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41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C9B1">
              <a:alpha val="4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64008" cy="1828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0584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KNN-Based Cyber Crime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 IoT Networks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Veena &amp; Meena (2022)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RT_IOT2022 Dataset by Vighnesh Raikar 25PG00119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9319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4328" y="39319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0288" y="39319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RT_IOT2022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56248" y="39319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B6CA8">
              <a:alpha val="6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Assessment Submission  |  ML Classification &amp; KNN Specialization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740"/>
    </mc:Choice>
    <mc:Fallback xmlns="">
      <p:transition spd="slow" advTm="1107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5156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 SVM Classification and KNN Techniques for Cyber Crime Detection"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Veena, K. Meena et al.  |  Wireless Communications &amp; Mobile Computing, Hindawi 2022  |  DOI: 10.1155/2022/3640017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1680"/>
            <a:ext cx="411480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304288"/>
            <a:ext cx="38953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cybercrime using user-profile data from CBS open dataset; classifying users as genuine or criminal.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11680"/>
            <a:ext cx="411480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2304288"/>
            <a:ext cx="38953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C-SVM (regularization-based) and KNN (distance-based) classifiers; Expectation Maximization for GMM evaluation.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B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4114800" cy="2560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10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584448"/>
            <a:ext cx="38953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Specificity, FPR, DR, Fowlkes-Mallows Scores, AUC-ROC, confusion matrix.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B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91840"/>
            <a:ext cx="4114800" cy="2560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310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3584448"/>
            <a:ext cx="38953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98.8% and KNN 96.47% on 2000-sample test set; Optimizable KNN AUC = 0.92 with K=3.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829"/>
    </mc:Choice>
    <mc:Fallback xmlns="">
      <p:transition spd="slow" advTm="1738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RT_IOT2022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51760" cy="1371600"/>
          </a:xfrm>
          <a:prstGeom prst="rect">
            <a:avLst/>
          </a:prstGeom>
          <a:solidFill>
            <a:srgbClr val="162032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123,117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 Flows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51760" cy="1371600"/>
          </a:xfrm>
          <a:prstGeom prst="rect">
            <a:avLst/>
          </a:prstGeom>
          <a:solidFill>
            <a:srgbClr val="162032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868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Columns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822960"/>
            <a:ext cx="2651760" cy="1371600"/>
          </a:xfrm>
          <a:prstGeom prst="rect">
            <a:avLst/>
          </a:prstGeom>
          <a:solidFill>
            <a:srgbClr val="162032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868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Target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 Distribution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24912"/>
          <a:ext cx="512064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DOS_SYN_Hping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94,659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Thing_Speak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TCP/UDP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ARP_Poisioning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MQTT_Publish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TCP/MQTT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Scans (4 types)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TCP/UDP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Slowloris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Wipro_bulb / 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669280" y="2377440"/>
            <a:ext cx="3200400" cy="25603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Highlights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806440" y="28346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IoT traffic: MQTT, HTTP, CoAP protocols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benign &amp; attack traffic included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protocol types: TCP (90%), UDP (10%), ICMP (&lt;1%)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dataset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LabelEncoded → 3 merged classes in experiment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MQTT_Publish, Thing_Speak, Wipro_bulb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577"/>
    </mc:Choice>
    <mc:Fallback xmlns="">
      <p:transition spd="slow" advTm="20357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54480" cy="205740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749808"/>
            <a:ext cx="54864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749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1408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RT_IOT2022.csv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12,399 rows × 85 cols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(experimental subset)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47088" y="1463040"/>
            <a:ext cx="146304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822960"/>
            <a:ext cx="1554480" cy="205740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749808"/>
            <a:ext cx="54864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749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13533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66544" y="1874520"/>
            <a:ext cx="1408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dtypes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66160" y="1463040"/>
            <a:ext cx="146304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822960"/>
            <a:ext cx="1554480" cy="205740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15384" y="749808"/>
            <a:ext cx="54864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749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85616" y="13533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85616" y="1874520"/>
            <a:ext cx="1408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for target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OneHotEncoder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92 features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85232" y="1463040"/>
            <a:ext cx="146304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822960"/>
            <a:ext cx="1554480" cy="205740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34456" y="749808"/>
            <a:ext cx="54864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34456" y="749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04688" y="13533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04688" y="1874520"/>
            <a:ext cx="1408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Train: 9,919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Test: 2,480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04304" y="1463040"/>
            <a:ext cx="146304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822960"/>
            <a:ext cx="1554480" cy="2057400"/>
          </a:xfrm>
          <a:prstGeom prst="rect">
            <a:avLst/>
          </a:prstGeom>
          <a:solidFill>
            <a:srgbClr val="0D1B2A"/>
          </a:solidFill>
          <a:ln w="1905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3528" y="749808"/>
            <a:ext cx="54864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3528" y="749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1353312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1874520"/>
            <a:ext cx="1408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K=5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X_train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X_test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265176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25880" y="3035808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588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KFold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accuracy: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08960" y="3108960"/>
            <a:ext cx="265176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60520" y="3035808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0040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 to 15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acc: 98.17%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0" y="3108960"/>
            <a:ext cx="2651760" cy="173736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9B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95160" y="3035808"/>
            <a:ext cx="54864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03504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3504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99.40%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14116" y="306324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769"/>
    </mc:Choice>
    <mc:Fallback xmlns="">
      <p:transition spd="slow" advTm="281769"/>
    </mc:Fallback>
  </mc:AlternateContent>
  <p:extLst>
    <p:ext uri="{3A86A75C-4F4B-4683-9AE1-C65F6400EC91}">
      <p14:laserTraceLst xmlns:p14="http://schemas.microsoft.com/office/powerpoint/2010/main">
        <p14:tracePtLst>
          <p14:tracePt t="36870" x="2800350" y="4724400"/>
          <p14:tracePt t="37625" x="1598613" y="4919663"/>
          <p14:tracePt t="37630" x="1490663" y="4811713"/>
          <p14:tracePt t="37638" x="1363663" y="4665663"/>
          <p14:tracePt t="37645" x="1217613" y="4473575"/>
          <p14:tracePt t="37653" x="1095375" y="4302125"/>
          <p14:tracePt t="37659" x="993775" y="4143375"/>
          <p14:tracePt t="37666" x="904875" y="3944938"/>
          <p14:tracePt t="37674" x="828675" y="3754438"/>
          <p14:tracePt t="37680" x="765175" y="3575050"/>
          <p14:tracePt t="37686" x="714375" y="3352800"/>
          <p14:tracePt t="37694" x="642938" y="3109913"/>
          <p14:tracePt t="37701" x="573088" y="2868613"/>
          <p14:tracePt t="37708" x="515938" y="2613025"/>
          <p14:tracePt t="37714" x="477838" y="2359025"/>
          <p14:tracePt t="37721" x="471488" y="2147888"/>
          <p14:tracePt t="37728" x="471488" y="1957388"/>
          <p14:tracePt t="37735" x="471488" y="1835150"/>
          <p14:tracePt t="37743" x="484188" y="1746250"/>
          <p14:tracePt t="37750" x="490538" y="1689100"/>
          <p14:tracePt t="37756" x="503238" y="1657350"/>
          <p14:tracePt t="37763" x="509588" y="1638300"/>
          <p14:tracePt t="37770" x="515938" y="1625600"/>
          <p14:tracePt t="37777" x="515938" y="1612900"/>
          <p14:tracePt t="37784" x="522288" y="1606550"/>
          <p14:tracePt t="37791" x="528638" y="1606550"/>
          <p14:tracePt t="37798" x="528638" y="1600200"/>
          <p14:tracePt t="37805" x="534988" y="1593850"/>
          <p14:tracePt t="37819" x="541338" y="1587500"/>
          <p14:tracePt t="37834" x="547688" y="1587500"/>
          <p14:tracePt t="37840" x="547688" y="1581150"/>
          <p14:tracePt t="37847" x="554038" y="1581150"/>
          <p14:tracePt t="37854" x="560388" y="1581150"/>
          <p14:tracePt t="37868" x="573088" y="1574800"/>
          <p14:tracePt t="37875" x="579438" y="1574800"/>
          <p14:tracePt t="37885" x="592138" y="1574800"/>
          <p14:tracePt t="37891" x="604838" y="1568450"/>
          <p14:tracePt t="37897" x="630238" y="1568450"/>
          <p14:tracePt t="37903" x="668338" y="1568450"/>
          <p14:tracePt t="37910" x="720725" y="1568450"/>
          <p14:tracePt t="37917" x="777875" y="1574800"/>
          <p14:tracePt t="37923" x="822325" y="1587500"/>
          <p14:tracePt t="37931" x="866775" y="1593850"/>
          <p14:tracePt t="37938" x="898525" y="1606550"/>
          <p14:tracePt t="37945" x="923925" y="1619250"/>
          <p14:tracePt t="37951" x="936625" y="1625600"/>
          <p14:tracePt t="37958" x="955675" y="1631950"/>
          <p14:tracePt t="37965" x="968375" y="1638300"/>
          <p14:tracePt t="37972" x="981075" y="1644650"/>
          <p14:tracePt t="37981" x="993775" y="1663700"/>
          <p14:tracePt t="37986" x="1012825" y="1682750"/>
          <p14:tracePt t="37993" x="1038225" y="1708150"/>
          <p14:tracePt t="38000" x="1050925" y="1733550"/>
          <p14:tracePt t="38008" x="1063625" y="1765300"/>
          <p14:tracePt t="38014" x="1082675" y="1797050"/>
          <p14:tracePt t="38022" x="1095375" y="1816100"/>
          <p14:tracePt t="38029" x="1095375" y="1835150"/>
          <p14:tracePt t="38036" x="1108075" y="1847850"/>
          <p14:tracePt t="38043" x="1108075" y="1860550"/>
          <p14:tracePt t="38050" x="1114425" y="1873250"/>
          <p14:tracePt t="38058" x="1114425" y="1885950"/>
          <p14:tracePt t="38064" x="1114425" y="1892300"/>
          <p14:tracePt t="38070" x="1114425" y="1905000"/>
          <p14:tracePt t="38078" x="1114425" y="1917700"/>
          <p14:tracePt t="38084" x="1114425" y="1931988"/>
          <p14:tracePt t="38091" x="1114425" y="1938338"/>
          <p14:tracePt t="38098" x="1108075" y="1951038"/>
          <p14:tracePt t="38106" x="1101725" y="1963738"/>
          <p14:tracePt t="38112" x="1095375" y="1976438"/>
          <p14:tracePt t="38119" x="1082675" y="1995488"/>
          <p14:tracePt t="38127" x="1076325" y="2014538"/>
          <p14:tracePt t="38133" x="1063625" y="2039938"/>
          <p14:tracePt t="38141" x="1050925" y="2052638"/>
          <p14:tracePt t="38147" x="1038225" y="2071688"/>
          <p14:tracePt t="38154" x="1019175" y="2097088"/>
          <p14:tracePt t="38161" x="1000125" y="2109788"/>
          <p14:tracePt t="38168" x="968375" y="2135188"/>
          <p14:tracePt t="38175" x="923925" y="2154238"/>
          <p14:tracePt t="38182" x="873125" y="2173288"/>
          <p14:tracePt t="38189" x="815975" y="2185988"/>
          <p14:tracePt t="38196" x="784225" y="2192338"/>
          <p14:tracePt t="38203" x="746125" y="2198688"/>
          <p14:tracePt t="38210" x="733425" y="2198688"/>
          <p14:tracePt t="38217" x="720725" y="2205038"/>
          <p14:tracePt t="38224" x="714375" y="2205038"/>
          <p14:tracePt t="38231" x="708025" y="2205038"/>
          <p14:tracePt t="38237" x="701675" y="2205038"/>
          <p14:tracePt t="38244" x="695325" y="2205038"/>
          <p14:tracePt t="38259" x="688975" y="2205038"/>
          <p14:tracePt t="38266" x="688975" y="2198688"/>
          <p14:tracePt t="38272" x="681038" y="2192338"/>
          <p14:tracePt t="38279" x="681038" y="2185988"/>
          <p14:tracePt t="38286" x="681038" y="2166938"/>
          <p14:tracePt t="38293" x="674688" y="2141538"/>
          <p14:tracePt t="38301" x="674688" y="2109788"/>
          <p14:tracePt t="38308" x="674688" y="2084388"/>
          <p14:tracePt t="38315" x="674688" y="2065338"/>
          <p14:tracePt t="38322" x="674688" y="2046288"/>
          <p14:tracePt t="38329" x="674688" y="2033588"/>
          <p14:tracePt t="38335" x="674688" y="2014538"/>
          <p14:tracePt t="38343" x="674688" y="1995488"/>
          <p14:tracePt t="38349" x="681038" y="1982788"/>
          <p14:tracePt t="38357" x="701675" y="1957388"/>
          <p14:tracePt t="38363" x="708025" y="1931988"/>
          <p14:tracePt t="38371" x="727075" y="1892300"/>
          <p14:tracePt t="38377" x="752475" y="1866900"/>
          <p14:tracePt t="38384" x="784225" y="1835150"/>
          <p14:tracePt t="38391" x="803275" y="1803400"/>
          <p14:tracePt t="38398" x="822325" y="1778000"/>
          <p14:tracePt t="38405" x="841375" y="1758950"/>
          <p14:tracePt t="38412" x="854075" y="1746250"/>
          <p14:tracePt t="38419" x="873125" y="1733550"/>
          <p14:tracePt t="38426" x="879475" y="1727200"/>
          <p14:tracePt t="38433" x="892175" y="1720850"/>
          <p14:tracePt t="38440" x="904875" y="1714500"/>
          <p14:tracePt t="38448" x="917575" y="1714500"/>
          <p14:tracePt t="38454" x="936625" y="1714500"/>
          <p14:tracePt t="38461" x="968375" y="1714500"/>
          <p14:tracePt t="38468" x="1019175" y="1727200"/>
          <p14:tracePt t="38475" x="1089025" y="1758950"/>
          <p14:tracePt t="38482" x="1154113" y="1790700"/>
          <p14:tracePt t="38489" x="1211263" y="1822450"/>
          <p14:tracePt t="38496" x="1249363" y="1860550"/>
          <p14:tracePt t="38503" x="1268413" y="1879600"/>
          <p14:tracePt t="38510" x="1293813" y="1905000"/>
          <p14:tracePt t="38517" x="1306513" y="1917700"/>
          <p14:tracePt t="38524" x="1312863" y="1931988"/>
          <p14:tracePt t="38531" x="1319213" y="1944688"/>
          <p14:tracePt t="38538" x="1325563" y="1957388"/>
          <p14:tracePt t="38545" x="1331913" y="1970088"/>
          <p14:tracePt t="38552" x="1331913" y="1982788"/>
          <p14:tracePt t="38559" x="1338263" y="1995488"/>
          <p14:tracePt t="38566" x="1338263" y="2014538"/>
          <p14:tracePt t="38573" x="1338263" y="2027238"/>
          <p14:tracePt t="38580" x="1338263" y="2039938"/>
          <p14:tracePt t="38587" x="1338263" y="2052638"/>
          <p14:tracePt t="38594" x="1338263" y="2065338"/>
          <p14:tracePt t="38602" x="1331913" y="2078038"/>
          <p14:tracePt t="38608" x="1331913" y="2090738"/>
          <p14:tracePt t="38614" x="1331913" y="2097088"/>
          <p14:tracePt t="38622" x="1325563" y="2103438"/>
          <p14:tracePt t="38636" x="1319213" y="2109788"/>
          <p14:tracePt t="38650" x="1312863" y="2116138"/>
          <p14:tracePt t="38664" x="1300163" y="2116138"/>
          <p14:tracePt t="38670" x="1293813" y="2116138"/>
          <p14:tracePt t="38685" x="1287463" y="2116138"/>
          <p14:tracePt t="38692" x="1281113" y="2116138"/>
          <p14:tracePt t="38706" x="1274763" y="2116138"/>
          <p14:tracePt t="38727" x="1268413" y="2116138"/>
          <p14:tracePt t="38783" x="1262063" y="2116138"/>
          <p14:tracePt t="38791" x="1255713" y="2116138"/>
          <p14:tracePt t="38804" x="1249363" y="2109788"/>
          <p14:tracePt t="43656" x="1262063" y="2141538"/>
          <p14:tracePt t="43662" x="1274763" y="2185988"/>
          <p14:tracePt t="43669" x="1293813" y="2224088"/>
          <p14:tracePt t="43675" x="1306513" y="2255838"/>
          <p14:tracePt t="43681" x="1306513" y="2274888"/>
          <p14:tracePt t="43695" x="1312863" y="2293938"/>
          <p14:tracePt t="43702" x="1319213" y="2306638"/>
          <p14:tracePt t="43702" x="1325563" y="2319338"/>
          <p14:tracePt t="43709" x="1325563" y="2325688"/>
          <p14:tracePt t="43717" x="1325563" y="2338388"/>
          <p14:tracePt t="43723" x="1331913" y="2338388"/>
          <p14:tracePt t="43730" x="1331913" y="2344738"/>
          <p14:tracePt t="43737" x="1338263" y="2365375"/>
          <p14:tracePt t="43744" x="1338263" y="2378075"/>
          <p14:tracePt t="43751" x="1344613" y="2397125"/>
          <p14:tracePt t="43759" x="1350963" y="2409825"/>
          <p14:tracePt t="43766" x="1350963" y="2428875"/>
          <p14:tracePt t="43773" x="1357313" y="2441575"/>
          <p14:tracePt t="43779" x="1357313" y="2454275"/>
          <p14:tracePt t="43787" x="1357313" y="2473325"/>
          <p14:tracePt t="43794" x="1357313" y="2486025"/>
          <p14:tracePt t="43801" x="1357313" y="2492375"/>
          <p14:tracePt t="43808" x="1357313" y="2505075"/>
          <p14:tracePt t="43816" x="1357313" y="2517775"/>
          <p14:tracePt t="43828" x="1357313" y="2524125"/>
          <p14:tracePt t="43835" x="1357313" y="2530475"/>
          <p14:tracePt t="43842" x="1357313" y="2536825"/>
          <p14:tracePt t="43850" x="1350963" y="2543175"/>
          <p14:tracePt t="43864" x="1350963" y="2549525"/>
          <p14:tracePt t="43870" x="1344613" y="2555875"/>
          <p14:tracePt t="43877" x="1344613" y="2562225"/>
          <p14:tracePt t="43892" x="1331913" y="2568575"/>
          <p14:tracePt t="43903" x="1331913" y="2574925"/>
          <p14:tracePt t="43911" x="1319213" y="2581275"/>
          <p14:tracePt t="43913" x="1306513" y="2587625"/>
          <p14:tracePt t="43919" x="1287463" y="2593975"/>
          <p14:tracePt t="43926" x="1268413" y="2606675"/>
          <p14:tracePt t="43933" x="1223963" y="2613025"/>
          <p14:tracePt t="43940" x="1185863" y="2619375"/>
          <p14:tracePt t="43949" x="1154113" y="2625725"/>
          <p14:tracePt t="43954" x="1120775" y="2632075"/>
          <p14:tracePt t="43962" x="1095375" y="2632075"/>
          <p14:tracePt t="43968" x="1076325" y="2632075"/>
          <p14:tracePt t="43975" x="1063625" y="2632075"/>
          <p14:tracePt t="43982" x="1050925" y="2632075"/>
          <p14:tracePt t="43989" x="1031875" y="2632075"/>
          <p14:tracePt t="43997" x="1012825" y="2632075"/>
          <p14:tracePt t="44003" x="981075" y="2632075"/>
          <p14:tracePt t="44010" x="962025" y="2632075"/>
          <p14:tracePt t="44017" x="936625" y="2632075"/>
          <p14:tracePt t="44023" x="917575" y="2625725"/>
          <p14:tracePt t="44030" x="904875" y="2625725"/>
          <p14:tracePt t="44037" x="898525" y="2625725"/>
          <p14:tracePt t="44044" x="892175" y="2625725"/>
          <p14:tracePt t="44051" x="885825" y="2625725"/>
          <p14:tracePt t="44058" x="879475" y="2625725"/>
          <p14:tracePt t="44065" x="873125" y="2625725"/>
          <p14:tracePt t="44088" x="866775" y="2625725"/>
          <p14:tracePt t="44103" x="866775" y="2619375"/>
          <p14:tracePt t="44108" x="860425" y="2613025"/>
          <p14:tracePt t="44123" x="854075" y="2613025"/>
          <p14:tracePt t="44143" x="854075" y="2606675"/>
          <p14:tracePt t="44158" x="847725" y="2606675"/>
          <p14:tracePt t="44171" x="847725" y="2600325"/>
          <p14:tracePt t="44192" x="841375" y="2600325"/>
          <p14:tracePt t="44206" x="841375" y="2593975"/>
          <p14:tracePt t="44219" x="841375" y="2587625"/>
          <p14:tracePt t="44226" x="835025" y="2587625"/>
          <p14:tracePt t="44240" x="828675" y="2587625"/>
          <p14:tracePt t="44262" x="822325" y="2587625"/>
          <p14:tracePt t="44268" x="822325" y="2581275"/>
          <p14:tracePt t="44275" x="815975" y="2581275"/>
          <p14:tracePt t="44282" x="803275" y="2581275"/>
          <p14:tracePt t="44289" x="784225" y="2581275"/>
          <p14:tracePt t="44295" x="765175" y="2581275"/>
          <p14:tracePt t="44303" x="746125" y="2574925"/>
          <p14:tracePt t="44310" x="720725" y="2574925"/>
          <p14:tracePt t="44316" x="681038" y="2568575"/>
          <p14:tracePt t="44323" x="655638" y="2568575"/>
          <p14:tracePt t="44331" x="630238" y="2568575"/>
          <p14:tracePt t="44338" x="611188" y="2562225"/>
          <p14:tracePt t="44344" x="598488" y="2562225"/>
          <p14:tracePt t="44351" x="585788" y="2555875"/>
          <p14:tracePt t="44358" x="573088" y="2555875"/>
          <p14:tracePt t="44365" x="566738" y="2555875"/>
          <p14:tracePt t="44380" x="554038" y="2555875"/>
          <p14:tracePt t="44387" x="554038" y="2549525"/>
          <p14:tracePt t="44393" x="547688" y="2549525"/>
          <p14:tracePt t="44400" x="547688" y="2543175"/>
          <p14:tracePt t="44415" x="541338" y="2536825"/>
          <p14:tracePt t="44421" x="534988" y="2536825"/>
          <p14:tracePt t="44435" x="528638" y="2530475"/>
          <p14:tracePt t="44471" x="522288" y="2524125"/>
          <p14:tracePt t="44499" x="522288" y="2517775"/>
          <p14:tracePt t="44506" x="522288" y="2511425"/>
          <p14:tracePt t="44519" x="522288" y="2505075"/>
          <p14:tracePt t="44540" x="522288" y="2498725"/>
          <p14:tracePt t="44555" x="522288" y="2492375"/>
          <p14:tracePt t="44562" x="522288" y="2486025"/>
          <p14:tracePt t="44582" x="522288" y="2479675"/>
          <p14:tracePt t="44603" x="522288" y="2473325"/>
          <p14:tracePt t="44639" x="528638" y="2473325"/>
          <p14:tracePt t="44667" x="534988" y="2473325"/>
          <p14:tracePt t="44680" x="541338" y="2473325"/>
          <p14:tracePt t="44716" x="547688" y="2473325"/>
          <p14:tracePt t="44767" x="554038" y="2473325"/>
          <p14:tracePt t="44800" x="560388" y="2473325"/>
          <p14:tracePt t="44813" x="566738" y="2473325"/>
          <p14:tracePt t="44834" x="573088" y="2473325"/>
          <p14:tracePt t="44848" x="579438" y="2473325"/>
          <p14:tracePt t="44861" x="585788" y="2473325"/>
          <p14:tracePt t="44868" x="592138" y="2466975"/>
          <p14:tracePt t="44882" x="592138" y="2460625"/>
          <p14:tracePt t="44889" x="598488" y="2460625"/>
          <p14:tracePt t="44903" x="604838" y="2460625"/>
          <p14:tracePt t="44924" x="611188" y="2460625"/>
          <p14:tracePt t="44938" x="617538" y="2460625"/>
          <p14:tracePt t="44974" x="623888" y="2460625"/>
          <p14:tracePt t="45086" x="630238" y="2460625"/>
          <p14:tracePt t="45365" x="630238" y="2454275"/>
          <p14:tracePt t="45371" x="642938" y="2447925"/>
          <p14:tracePt t="45377" x="649288" y="2441575"/>
          <p14:tracePt t="45384" x="661988" y="2441575"/>
          <p14:tracePt t="45392" x="661988" y="2435225"/>
          <p14:tracePt t="45398" x="668338" y="2428875"/>
          <p14:tracePt t="45413" x="681038" y="2428875"/>
          <p14:tracePt t="45426" x="681038" y="2422525"/>
          <p14:tracePt t="45434" x="688975" y="2422525"/>
          <p14:tracePt t="45462" x="695325" y="2422525"/>
          <p14:tracePt t="45616" x="701675" y="2422525"/>
          <p14:tracePt t="45651" x="708025" y="2422525"/>
          <p14:tracePt t="45693" x="714375" y="2422525"/>
          <p14:tracePt t="45706" x="714375" y="2428875"/>
          <p14:tracePt t="45726" x="720725" y="2428875"/>
          <p14:tracePt t="45747" x="727075" y="2428875"/>
          <p14:tracePt t="45761" x="733425" y="2428875"/>
          <p14:tracePt t="45776" x="739775" y="2428875"/>
          <p14:tracePt t="45805" x="746125" y="2428875"/>
          <p14:tracePt t="45840" x="752475" y="2428875"/>
          <p14:tracePt t="45867" x="758825" y="2428875"/>
          <p14:tracePt t="45930" x="765175" y="2428875"/>
          <p14:tracePt t="46076" x="771525" y="2428875"/>
          <p14:tracePt t="46482" x="777875" y="2428875"/>
          <p14:tracePt t="46531" x="784225" y="2428875"/>
          <p14:tracePt t="46544" x="790575" y="2428875"/>
          <p14:tracePt t="46643" x="796925" y="2428875"/>
          <p14:tracePt t="46782" x="803275" y="2428875"/>
          <p14:tracePt t="46819" x="803275" y="2422525"/>
          <p14:tracePt t="46845" x="809625" y="2422525"/>
          <p14:tracePt t="46859" x="815975" y="2422525"/>
          <p14:tracePt t="46894" x="822325" y="2422525"/>
          <p14:tracePt t="47508" x="815975" y="2422525"/>
          <p14:tracePt t="47513" x="809625" y="2422525"/>
          <p14:tracePt t="47534" x="803275" y="2422525"/>
          <p14:tracePt t="47547" x="796925" y="2422525"/>
          <p14:tracePt t="47562" x="790575" y="2422525"/>
          <p14:tracePt t="47575" x="784225" y="2422525"/>
          <p14:tracePt t="47589" x="777875" y="2422525"/>
          <p14:tracePt t="47618" x="771525" y="2422525"/>
          <p14:tracePt t="47639" x="765175" y="2422525"/>
          <p14:tracePt t="47645" x="758825" y="2422525"/>
          <p14:tracePt t="47660" x="752475" y="2422525"/>
          <p14:tracePt t="47674" x="746125" y="2422525"/>
          <p14:tracePt t="47696" x="739775" y="2422525"/>
          <p14:tracePt t="47701" x="733425" y="2422525"/>
          <p14:tracePt t="47715" x="727075" y="2422525"/>
          <p14:tracePt t="47736" x="720725" y="2422525"/>
          <p14:tracePt t="47750" x="714375" y="2422525"/>
          <p14:tracePt t="47779" x="708025" y="2422525"/>
          <p14:tracePt t="47927" x="714375" y="2422525"/>
          <p14:tracePt t="47968" x="720725" y="2422525"/>
          <p14:tracePt t="54561" x="739775" y="2390775"/>
          <p14:tracePt t="54568" x="796925" y="2293938"/>
          <p14:tracePt t="54574" x="879475" y="2173288"/>
          <p14:tracePt t="54581" x="949325" y="2065338"/>
          <p14:tracePt t="54588" x="1031875" y="1957388"/>
          <p14:tracePt t="54596" x="1108075" y="1854200"/>
          <p14:tracePt t="54603" x="1185863" y="1758950"/>
          <p14:tracePt t="54609" x="1243013" y="1695450"/>
          <p14:tracePt t="54617" x="1293813" y="1644650"/>
          <p14:tracePt t="54623" x="1344613" y="1600200"/>
          <p14:tracePt t="54631" x="1420813" y="1555750"/>
          <p14:tracePt t="54637" x="1490663" y="1524000"/>
          <p14:tracePt t="54644" x="1566863" y="1484313"/>
          <p14:tracePt t="54652" x="1631950" y="1439863"/>
          <p14:tracePt t="54658" x="1676400" y="1408113"/>
          <p14:tracePt t="54665" x="1727200" y="1376363"/>
          <p14:tracePt t="54672" x="1765300" y="1357313"/>
          <p14:tracePt t="54679" x="1790700" y="1331913"/>
          <p14:tracePt t="54686" x="1828800" y="1312863"/>
          <p14:tracePt t="54693" x="1860550" y="1300163"/>
          <p14:tracePt t="54700" x="1879600" y="1287463"/>
          <p14:tracePt t="54707" x="1911350" y="1274763"/>
          <p14:tracePt t="54714" x="1936750" y="1262063"/>
          <p14:tracePt t="54721" x="1974850" y="1255713"/>
          <p14:tracePt t="54728" x="2000250" y="1249363"/>
          <p14:tracePt t="54735" x="2032000" y="1243013"/>
          <p14:tracePt t="54742" x="2051050" y="1243013"/>
          <p14:tracePt t="54749" x="2065338" y="1243013"/>
          <p14:tracePt t="54756" x="2084388" y="1243013"/>
          <p14:tracePt t="54762" x="2103438" y="1243013"/>
          <p14:tracePt t="54770" x="2122488" y="1243013"/>
          <p14:tracePt t="54777" x="2147888" y="1243013"/>
          <p14:tracePt t="54783" x="2185988" y="1255713"/>
          <p14:tracePt t="54791" x="2224088" y="1268413"/>
          <p14:tracePt t="54797" x="2268538" y="1293813"/>
          <p14:tracePt t="54805" x="2306638" y="1319213"/>
          <p14:tracePt t="54812" x="2344738" y="1357313"/>
          <p14:tracePt t="54818" x="2376488" y="1376363"/>
          <p14:tracePt t="54825" x="2408238" y="1408113"/>
          <p14:tracePt t="54833" x="2439988" y="1439863"/>
          <p14:tracePt t="54840" x="2465388" y="1477963"/>
          <p14:tracePt t="54847" x="2490788" y="1517650"/>
          <p14:tracePt t="54853" x="2524125" y="1568450"/>
          <p14:tracePt t="54861" x="2549525" y="1612900"/>
          <p14:tracePt t="54867" x="2574925" y="1651000"/>
          <p14:tracePt t="54874" x="2587625" y="1676400"/>
          <p14:tracePt t="54882" x="2606675" y="1708150"/>
          <p14:tracePt t="54889" x="2606675" y="1720850"/>
          <p14:tracePt t="54896" x="2613025" y="1733550"/>
          <p14:tracePt t="54903" x="2619375" y="1746250"/>
          <p14:tracePt t="54916" x="2619375" y="1752600"/>
          <p14:tracePt t="54923" x="2619375" y="1758950"/>
          <p14:tracePt t="54930" x="2625725" y="1758950"/>
          <p14:tracePt t="54938" x="2625725" y="1765300"/>
          <p14:tracePt t="54958" x="2625725" y="1771650"/>
          <p14:tracePt t="54972" x="2625725" y="1778000"/>
          <p14:tracePt t="72454" x="2638425" y="1758950"/>
          <p14:tracePt t="72461" x="2682875" y="1714500"/>
          <p14:tracePt t="72467" x="2771775" y="1631950"/>
          <p14:tracePt t="72474" x="2898775" y="1524000"/>
          <p14:tracePt t="72481" x="2989263" y="1458913"/>
          <p14:tracePt t="72488" x="3065463" y="1395413"/>
          <p14:tracePt t="72495" x="3160713" y="1319213"/>
          <p14:tracePt t="72502" x="3236913" y="1262063"/>
          <p14:tracePt t="72509" x="3351213" y="1185863"/>
          <p14:tracePt t="72515" x="3441700" y="1122363"/>
          <p14:tracePt t="72523" x="3505200" y="1084263"/>
          <p14:tracePt t="72530" x="3562350" y="1038225"/>
          <p14:tracePt t="72537" x="3613150" y="1012825"/>
          <p14:tracePt t="72543" x="3670300" y="987425"/>
          <p14:tracePt t="72550" x="3721100" y="962025"/>
          <p14:tracePt t="72557" x="3790950" y="949325"/>
          <p14:tracePt t="72565" x="3854450" y="936625"/>
          <p14:tracePt t="72571" x="3906838" y="923925"/>
          <p14:tracePt t="72578" x="3951288" y="917575"/>
          <p14:tracePt t="72586" x="3995738" y="911225"/>
          <p14:tracePt t="72592" x="4040188" y="911225"/>
          <p14:tracePt t="72599" x="4090988" y="911225"/>
          <p14:tracePt t="72606" x="4148138" y="911225"/>
          <p14:tracePt t="72613" x="4205288" y="911225"/>
          <p14:tracePt t="72621" x="4256088" y="911225"/>
          <p14:tracePt t="72629" x="4300538" y="923925"/>
          <p14:tracePt t="72634" x="4332288" y="930275"/>
          <p14:tracePt t="72641" x="4359275" y="936625"/>
          <p14:tracePt t="72648" x="4371975" y="942975"/>
          <p14:tracePt t="72655" x="4397375" y="955675"/>
          <p14:tracePt t="72662" x="4410075" y="968375"/>
          <p14:tracePt t="72669" x="4422775" y="993775"/>
          <p14:tracePt t="72677" x="4454525" y="1019175"/>
          <p14:tracePt t="72683" x="4479925" y="1044575"/>
          <p14:tracePt t="72690" x="4511675" y="1084263"/>
          <p14:tracePt t="72698" x="4543425" y="1116013"/>
          <p14:tracePt t="72706" x="4568825" y="1147763"/>
          <p14:tracePt t="72711" x="4594225" y="1185863"/>
          <p14:tracePt t="72718" x="4619625" y="1217613"/>
          <p14:tracePt t="72726" x="4645025" y="1255713"/>
          <p14:tracePt t="72732" x="4664075" y="1287463"/>
          <p14:tracePt t="72739" x="4683125" y="1325563"/>
          <p14:tracePt t="72746" x="4702175" y="1370013"/>
          <p14:tracePt t="72753" x="4714875" y="1408113"/>
          <p14:tracePt t="72760" x="4721225" y="1439863"/>
          <p14:tracePt t="72769" x="4733925" y="1471613"/>
          <p14:tracePt t="72774" x="4746625" y="1511300"/>
          <p14:tracePt t="111587" x="4805363" y="1543050"/>
          <p14:tracePt t="111593" x="4868863" y="1574800"/>
          <p14:tracePt t="111599" x="4919663" y="1606550"/>
          <p14:tracePt t="111606" x="4964113" y="1631950"/>
          <p14:tracePt t="111613" x="5021263" y="1651000"/>
          <p14:tracePt t="111620" x="5072063" y="1676400"/>
          <p14:tracePt t="111627" x="5135563" y="1695450"/>
          <p14:tracePt t="111634" x="5199063" y="1714500"/>
          <p14:tracePt t="111641" x="5256213" y="1727200"/>
          <p14:tracePt t="111648" x="5308600" y="1739900"/>
          <p14:tracePt t="111655" x="5353050" y="1752600"/>
          <p14:tracePt t="111662" x="5391150" y="1758950"/>
          <p14:tracePt t="111669" x="5429250" y="1765300"/>
          <p14:tracePt t="111676" x="5454650" y="1765300"/>
          <p14:tracePt t="111683" x="5499100" y="1765300"/>
          <p14:tracePt t="111690" x="5543550" y="1771650"/>
          <p14:tracePt t="111697" x="5594350" y="1784350"/>
          <p14:tracePt t="111704" x="5645150" y="1784350"/>
          <p14:tracePt t="111711" x="5695950" y="1790700"/>
          <p14:tracePt t="111718" x="5741988" y="1790700"/>
          <p14:tracePt t="111725" x="5792788" y="1790700"/>
          <p14:tracePt t="111732" x="5849938" y="1790700"/>
          <p14:tracePt t="111739" x="5907088" y="1790700"/>
          <p14:tracePt t="111745" x="5983288" y="1790700"/>
          <p14:tracePt t="111752" x="6059488" y="1803400"/>
          <p14:tracePt t="111760" x="6116638" y="1809750"/>
          <p14:tracePt t="111767" x="6154738" y="1816100"/>
          <p14:tracePt t="111774" x="6200775" y="1822450"/>
          <p14:tracePt t="111781" x="6238875" y="1828800"/>
          <p14:tracePt t="111788" x="6257925" y="1835150"/>
          <p14:tracePt t="111794" x="6289675" y="1841500"/>
          <p14:tracePt t="111802" x="6308725" y="1847850"/>
          <p14:tracePt t="111809" x="6327775" y="1847850"/>
          <p14:tracePt t="111815" x="6340475" y="1854200"/>
          <p14:tracePt t="111823" x="6359525" y="1854200"/>
          <p14:tracePt t="111830" x="6372225" y="1860550"/>
          <p14:tracePt t="111836" x="6384925" y="1860550"/>
          <p14:tracePt t="111843" x="6403975" y="1860550"/>
          <p14:tracePt t="111850" x="6416675" y="1860550"/>
          <p14:tracePt t="111857" x="6429375" y="1860550"/>
          <p14:tracePt t="111864" x="6448425" y="1860550"/>
          <p14:tracePt t="111872" x="6467475" y="1860550"/>
          <p14:tracePt t="111879" x="6480175" y="1860550"/>
          <p14:tracePt t="111886" x="6499225" y="1860550"/>
          <p14:tracePt t="111892" x="6511925" y="1854200"/>
          <p14:tracePt t="111899" x="6524625" y="1854200"/>
          <p14:tracePt t="112935" x="6524625" y="1860550"/>
          <p14:tracePt t="112940" x="6505575" y="1885950"/>
          <p14:tracePt t="112946" x="6486525" y="1938338"/>
          <p14:tracePt t="112953" x="6461125" y="1982788"/>
          <p14:tracePt t="112960" x="6435725" y="2020888"/>
          <p14:tracePt t="112967" x="6416675" y="2058988"/>
          <p14:tracePt t="112974" x="6403975" y="2084388"/>
          <p14:tracePt t="112981" x="6397625" y="2109788"/>
          <p14:tracePt t="112987" x="6384925" y="2128838"/>
          <p14:tracePt t="112995" x="6372225" y="2141538"/>
          <p14:tracePt t="113002" x="6365875" y="2154238"/>
          <p14:tracePt t="113008" x="6353175" y="2173288"/>
          <p14:tracePt t="113016" x="6346825" y="2179638"/>
          <p14:tracePt t="113023" x="6340475" y="2192338"/>
          <p14:tracePt t="113029" x="6327775" y="2198688"/>
          <p14:tracePt t="113036" x="6315075" y="2211388"/>
          <p14:tracePt t="113043" x="6302375" y="2224088"/>
          <p14:tracePt t="113053" x="6276975" y="2230438"/>
          <p14:tracePt t="113058" x="6264275" y="2243138"/>
          <p14:tracePt t="113065" x="6245225" y="2249488"/>
          <p14:tracePt t="113072" x="6238875" y="2262188"/>
          <p14:tracePt t="113079" x="6219825" y="2268538"/>
          <p14:tracePt t="113086" x="6207125" y="2268538"/>
          <p14:tracePt t="113093" x="6200775" y="2281238"/>
          <p14:tracePt t="113099" x="6181725" y="2281238"/>
          <p14:tracePt t="113107" x="6167438" y="2287588"/>
          <p14:tracePt t="113114" x="6161088" y="2293938"/>
          <p14:tracePt t="113121" x="6154738" y="2293938"/>
          <p14:tracePt t="113128" x="6148388" y="2300288"/>
          <p14:tracePt t="113134" x="6142038" y="2306638"/>
          <p14:tracePt t="113143" x="6135688" y="2306638"/>
          <p14:tracePt t="113149" x="6129338" y="2312988"/>
          <p14:tracePt t="113155" x="6122988" y="2312988"/>
          <p14:tracePt t="113162" x="6116638" y="2319338"/>
          <p14:tracePt t="113176" x="6110288" y="2319338"/>
          <p14:tracePt t="113183" x="6103938" y="2319338"/>
          <p14:tracePt t="113197" x="6097588" y="2325688"/>
          <p14:tracePt t="113212" x="6091238" y="2325688"/>
          <p14:tracePt t="113235" x="6084888" y="2325688"/>
          <p14:tracePt t="113242" x="6078538" y="2325688"/>
          <p14:tracePt t="113261" x="6072188" y="2332038"/>
          <p14:tracePt t="113275" x="6065838" y="2332038"/>
          <p14:tracePt t="113298" x="6059488" y="2332038"/>
          <p14:tracePt t="113303" x="6053138" y="2332038"/>
          <p14:tracePt t="113339" x="6046788" y="2338388"/>
          <p14:tracePt t="113367" x="6040438" y="2338388"/>
          <p14:tracePt t="113373" x="6040438" y="2344738"/>
          <p14:tracePt t="113393" x="6040438" y="2351088"/>
          <p14:tracePt t="113422" x="6040438" y="2359025"/>
          <p14:tracePt t="113485" x="6046788" y="2359025"/>
          <p14:tracePt t="116831" x="6046788" y="2378075"/>
          <p14:tracePt t="116836" x="6046788" y="2397125"/>
          <p14:tracePt t="116840" x="6046788" y="2409825"/>
          <p14:tracePt t="116848" x="6046788" y="2422525"/>
          <p14:tracePt t="116855" x="6046788" y="2435225"/>
          <p14:tracePt t="116861" x="6046788" y="2447925"/>
          <p14:tracePt t="116868" x="6046788" y="2454275"/>
          <p14:tracePt t="116876" x="6046788" y="2460625"/>
          <p14:tracePt t="116882" x="6046788" y="2466975"/>
          <p14:tracePt t="116896" x="6046788" y="2479675"/>
          <p14:tracePt t="116910" x="6046788" y="2486025"/>
          <p14:tracePt t="116924" x="6046788" y="2492375"/>
          <p14:tracePt t="116938" x="6046788" y="2498725"/>
          <p14:tracePt t="116945" x="6046788" y="2505075"/>
          <p14:tracePt t="116959" x="6046788" y="2511425"/>
          <p14:tracePt t="116972" x="6046788" y="2517775"/>
          <p14:tracePt t="116980" x="6040438" y="2517775"/>
          <p14:tracePt t="116988" x="6040438" y="2530475"/>
          <p14:tracePt t="116994" x="6034088" y="2536825"/>
          <p14:tracePt t="117001" x="6034088" y="2543175"/>
          <p14:tracePt t="117007" x="6034088" y="2555875"/>
          <p14:tracePt t="117015" x="6034088" y="2568575"/>
          <p14:tracePt t="117022" x="6034088" y="2574925"/>
          <p14:tracePt t="117028" x="6027738" y="2587625"/>
          <p14:tracePt t="117035" x="6027738" y="2600325"/>
          <p14:tracePt t="117042" x="6021388" y="2613025"/>
          <p14:tracePt t="117049" x="6021388" y="2625725"/>
          <p14:tracePt t="117056" x="6021388" y="2632075"/>
          <p14:tracePt t="117063" x="6021388" y="2644775"/>
          <p14:tracePt t="117070" x="6021388" y="2657475"/>
          <p14:tracePt t="117077" x="6021388" y="2670175"/>
          <p14:tracePt t="117084" x="6021388" y="2676525"/>
          <p14:tracePt t="117091" x="6015038" y="2682875"/>
          <p14:tracePt t="117098" x="6015038" y="2695575"/>
          <p14:tracePt t="117105" x="6015038" y="2701925"/>
          <p14:tracePt t="117112" x="6015038" y="2708275"/>
          <p14:tracePt t="117119" x="6015038" y="2714625"/>
          <p14:tracePt t="117133" x="6015038" y="2720975"/>
          <p14:tracePt t="117140" x="6015038" y="2727325"/>
          <p14:tracePt t="117147" x="6015038" y="2733675"/>
          <p14:tracePt t="117162" x="6015038" y="2740025"/>
          <p14:tracePt t="117183" x="6015038" y="2746375"/>
          <p14:tracePt t="117189" x="6015038" y="2752725"/>
          <p14:tracePt t="117226" x="6015038" y="2759075"/>
          <p14:tracePt t="117310" x="6008688" y="2759075"/>
          <p14:tracePt t="117471" x="6008688" y="2752725"/>
          <p14:tracePt t="117490" x="6008688" y="2746375"/>
          <p14:tracePt t="117533" x="6008688" y="2740025"/>
          <p14:tracePt t="117559" x="6008688" y="2733675"/>
          <p14:tracePt t="117597" x="6008688" y="2727325"/>
          <p14:tracePt t="117616" x="6008688" y="2720975"/>
          <p14:tracePt t="117636" x="6015038" y="2720975"/>
          <p14:tracePt t="117643" x="6015038" y="2714625"/>
          <p14:tracePt t="117679" x="6015038" y="2708275"/>
          <p14:tracePt t="117714" x="6015038" y="2701925"/>
          <p14:tracePt t="117719" x="6021388" y="2695575"/>
          <p14:tracePt t="117740" x="6021388" y="2689225"/>
          <p14:tracePt t="117747" x="6027738" y="2682875"/>
          <p14:tracePt t="117754" x="6034088" y="2676525"/>
          <p14:tracePt t="117761" x="6046788" y="2663825"/>
          <p14:tracePt t="117768" x="6053138" y="2644775"/>
          <p14:tracePt t="117774" x="6084888" y="2619375"/>
          <p14:tracePt t="117782" x="6142038" y="2574925"/>
          <p14:tracePt t="117788" x="6251575" y="2517775"/>
          <p14:tracePt t="117795" x="6378575" y="2466975"/>
          <p14:tracePt t="117802" x="6480175" y="2416175"/>
          <p14:tracePt t="117809" x="6543675" y="2384425"/>
          <p14:tracePt t="117816" x="6594475" y="2351088"/>
          <p14:tracePt t="117823" x="6634163" y="2332038"/>
          <p14:tracePt t="117830" x="6672263" y="2319338"/>
          <p14:tracePt t="117837" x="6697663" y="2306638"/>
          <p14:tracePt t="117844" x="6729413" y="2300288"/>
          <p14:tracePt t="117851" x="6754813" y="2287588"/>
          <p14:tracePt t="117858" x="6773863" y="2281238"/>
          <p14:tracePt t="117865" x="6792913" y="2274888"/>
          <p14:tracePt t="117872" x="6805613" y="2274888"/>
          <p14:tracePt t="117879" x="6818313" y="2274888"/>
          <p14:tracePt t="117893" x="6831013" y="2274888"/>
          <p14:tracePt t="117908" x="6837363" y="2274888"/>
          <p14:tracePt t="117922" x="6843713" y="2274888"/>
          <p14:tracePt t="117935" x="6850063" y="2274888"/>
          <p14:tracePt t="117949" x="6856413" y="2274888"/>
          <p14:tracePt t="117971" x="6862763" y="2274888"/>
          <p14:tracePt t="118007" x="6869113" y="2281238"/>
          <p14:tracePt t="118012" x="6869113" y="2287588"/>
          <p14:tracePt t="118034" x="6869113" y="2293938"/>
          <p14:tracePt t="118040" x="6875463" y="2293938"/>
          <p14:tracePt t="118047" x="6875463" y="2300288"/>
          <p14:tracePt t="118061" x="6881813" y="2306638"/>
          <p14:tracePt t="118068" x="6881813" y="2312988"/>
          <p14:tracePt t="118091" x="6881813" y="2319338"/>
          <p14:tracePt t="118104" x="6881813" y="2325688"/>
          <p14:tracePt t="118124" x="6881813" y="2332038"/>
          <p14:tracePt t="118138" x="6881813" y="2338388"/>
          <p14:tracePt t="118146" x="6881813" y="2344738"/>
          <p14:tracePt t="118159" x="6881813" y="2351088"/>
          <p14:tracePt t="118173" x="6875463" y="2365375"/>
          <p14:tracePt t="118180" x="6875463" y="2371725"/>
          <p14:tracePt t="118186" x="6875463" y="2378075"/>
          <p14:tracePt t="118195" x="6875463" y="2390775"/>
          <p14:tracePt t="118201" x="6869113" y="2397125"/>
          <p14:tracePt t="118208" x="6862763" y="2409825"/>
          <p14:tracePt t="118216" x="6862763" y="2416175"/>
          <p14:tracePt t="118222" x="6856413" y="2435225"/>
          <p14:tracePt t="118229" x="6850063" y="2447925"/>
          <p14:tracePt t="118236" x="6843713" y="2466975"/>
          <p14:tracePt t="118242" x="6843713" y="2486025"/>
          <p14:tracePt t="118249" x="6831013" y="2498725"/>
          <p14:tracePt t="118256" x="6824663" y="2517775"/>
          <p14:tracePt t="118263" x="6818313" y="2530475"/>
          <p14:tracePt t="118270" x="6805613" y="2543175"/>
          <p14:tracePt t="118277" x="6799263" y="2549525"/>
          <p14:tracePt t="118284" x="6792913" y="2568575"/>
          <p14:tracePt t="118291" x="6780213" y="2574925"/>
          <p14:tracePt t="118299" x="6773863" y="2581275"/>
          <p14:tracePt t="118305" x="6754813" y="2587625"/>
          <p14:tracePt t="118312" x="6748463" y="2600325"/>
          <p14:tracePt t="118319" x="6742113" y="2600325"/>
          <p14:tracePt t="118327" x="6729413" y="2613025"/>
          <p14:tracePt t="118333" x="6723063" y="2613025"/>
          <p14:tracePt t="118340" x="6716713" y="2619375"/>
          <p14:tracePt t="118347" x="6704013" y="2625725"/>
          <p14:tracePt t="118353" x="6697663" y="2625725"/>
          <p14:tracePt t="118360" x="6684963" y="2638425"/>
          <p14:tracePt t="118368" x="6665913" y="2644775"/>
          <p14:tracePt t="118375" x="6653213" y="2651125"/>
          <p14:tracePt t="118382" x="6640513" y="2657475"/>
          <p14:tracePt t="118389" x="6619875" y="2670175"/>
          <p14:tracePt t="118395" x="6607175" y="2670175"/>
          <p14:tracePt t="118402" x="6594475" y="2682875"/>
          <p14:tracePt t="118410" x="6588125" y="2682875"/>
          <p14:tracePt t="118416" x="6575425" y="2682875"/>
          <p14:tracePt t="118423" x="6569075" y="2689225"/>
          <p14:tracePt t="118438" x="6556375" y="2689225"/>
          <p14:tracePt t="118444" x="6556375" y="2695575"/>
          <p14:tracePt t="118459" x="6550025" y="2695575"/>
          <p14:tracePt t="118494" x="6543675" y="2695575"/>
          <p14:tracePt t="132436" x="6556375" y="2638425"/>
          <p14:tracePt t="132441" x="6607175" y="2530475"/>
          <p14:tracePt t="132448" x="6678613" y="2384425"/>
          <p14:tracePt t="132456" x="6729413" y="2268538"/>
          <p14:tracePt t="132462" x="6767513" y="2192338"/>
          <p14:tracePt t="132468" x="6799263" y="2128838"/>
          <p14:tracePt t="132475" x="6818313" y="2078038"/>
          <p14:tracePt t="132483" x="6831013" y="2039938"/>
          <p14:tracePt t="132491" x="6843713" y="2001838"/>
          <p14:tracePt t="132496" x="6856413" y="1970088"/>
          <p14:tracePt t="132503" x="6869113" y="1944688"/>
          <p14:tracePt t="132510" x="6875463" y="1917700"/>
          <p14:tracePt t="132518" x="6875463" y="1905000"/>
          <p14:tracePt t="132525" x="6881813" y="1892300"/>
          <p14:tracePt t="132532" x="6881813" y="1879600"/>
          <p14:tracePt t="132539" x="6881813" y="1873250"/>
          <p14:tracePt t="132546" x="6888163" y="1866900"/>
          <p14:tracePt t="132560" x="6888163" y="1860550"/>
          <p14:tracePt t="132573" x="6888163" y="1854200"/>
          <p14:tracePt t="132595" x="6888163" y="1847850"/>
          <p14:tracePt t="132688" x="6881813" y="1847850"/>
          <p14:tracePt t="132699" x="6881813" y="1854200"/>
          <p14:tracePt t="132708" x="6875463" y="1854200"/>
          <p14:tracePt t="132714" x="6875463" y="1860550"/>
          <p14:tracePt t="132728" x="6869113" y="1866900"/>
          <p14:tracePt t="132735" x="6869113" y="1873250"/>
          <p14:tracePt t="132742" x="6856413" y="1873250"/>
          <p14:tracePt t="132748" x="6856413" y="1879600"/>
          <p14:tracePt t="132755" x="6843713" y="1879600"/>
          <p14:tracePt t="132762" x="6837363" y="1892300"/>
          <p14:tracePt t="132769" x="6831013" y="1892300"/>
          <p14:tracePt t="132776" x="6818313" y="1905000"/>
          <p14:tracePt t="132783" x="6805613" y="1911350"/>
          <p14:tracePt t="132790" x="6786563" y="1931988"/>
          <p14:tracePt t="132796" x="6773863" y="1938338"/>
          <p14:tracePt t="132804" x="6748463" y="1957388"/>
          <p14:tracePt t="132811" x="6735763" y="1963738"/>
          <p14:tracePt t="132818" x="6723063" y="1982788"/>
          <p14:tracePt t="132824" x="6704013" y="1989138"/>
          <p14:tracePt t="132831" x="6691313" y="2001838"/>
          <p14:tracePt t="132838" x="6684963" y="2008188"/>
          <p14:tracePt t="132845" x="6672263" y="2014538"/>
          <p14:tracePt t="132852" x="6659563" y="2027238"/>
          <p14:tracePt t="132860" x="6653213" y="2039938"/>
          <p14:tracePt t="132867" x="6640513" y="2052638"/>
          <p14:tracePt t="132873" x="6626225" y="2058988"/>
          <p14:tracePt t="132880" x="6613525" y="2071688"/>
          <p14:tracePt t="132887" x="6600825" y="2090738"/>
          <p14:tracePt t="132894" x="6581775" y="2103438"/>
          <p14:tracePt t="132902" x="6556375" y="2128838"/>
          <p14:tracePt t="132908" x="6524625" y="2154238"/>
          <p14:tracePt t="132915" x="6505575" y="2173288"/>
          <p14:tracePt t="132922" x="6473825" y="2205038"/>
          <p14:tracePt t="132929" x="6442075" y="2224088"/>
          <p14:tracePt t="132936" x="6416675" y="2249488"/>
          <p14:tracePt t="132943" x="6397625" y="2262188"/>
          <p14:tracePt t="132950" x="6384925" y="2274888"/>
          <p14:tracePt t="132957" x="6372225" y="2281238"/>
          <p14:tracePt t="132964" x="6365875" y="2293938"/>
          <p14:tracePt t="132971" x="6353175" y="2293938"/>
          <p14:tracePt t="132978" x="6346825" y="2300288"/>
          <p14:tracePt t="132985" x="6340475" y="2306638"/>
          <p14:tracePt t="132991" x="6334125" y="2312988"/>
          <p14:tracePt t="132999" x="6334125" y="2319338"/>
          <p14:tracePt t="133005" x="6327775" y="2319338"/>
          <p14:tracePt t="133012" x="6321425" y="2319338"/>
          <p14:tracePt t="133019" x="6315075" y="2325688"/>
          <p14:tracePt t="133034" x="6308725" y="2332038"/>
          <p14:tracePt t="133041" x="6302375" y="2338388"/>
          <p14:tracePt t="133047" x="6296025" y="2338388"/>
          <p14:tracePt t="133054" x="6296025" y="2344738"/>
          <p14:tracePt t="133061" x="6289675" y="2344738"/>
          <p14:tracePt t="133069" x="6283325" y="2359025"/>
          <p14:tracePt t="133075" x="6276975" y="2359025"/>
          <p14:tracePt t="133082" x="6276975" y="2365375"/>
          <p14:tracePt t="133089" x="6270625" y="2365375"/>
          <p14:tracePt t="133096" x="6264275" y="2365375"/>
          <p14:tracePt t="133103" x="6264275" y="2371725"/>
          <p14:tracePt t="133117" x="6257925" y="2378075"/>
          <p14:tracePt t="133124" x="6257925" y="2384425"/>
          <p14:tracePt t="133131" x="6251575" y="2384425"/>
          <p14:tracePt t="133161" x="6251575" y="2390775"/>
          <p14:tracePt t="133167" x="6245225" y="2390775"/>
          <p14:tracePt t="133181" x="6238875" y="2390775"/>
          <p14:tracePt t="133337" x="6238875" y="2384425"/>
          <p14:tracePt t="133348" x="6238875" y="2378075"/>
          <p14:tracePt t="133384" x="6238875" y="2371725"/>
          <p14:tracePt t="133419" x="6238875" y="2365375"/>
          <p14:tracePt t="133432" x="6245225" y="2365375"/>
          <p14:tracePt t="133446" x="6245225" y="2359025"/>
          <p14:tracePt t="133460" x="6245225" y="2351088"/>
          <p14:tracePt t="133538" x="6238875" y="2351088"/>
          <p14:tracePt t="133565" x="6232525" y="2351088"/>
          <p14:tracePt t="133579" x="6226175" y="2351088"/>
          <p14:tracePt t="133599" x="6219825" y="2351088"/>
          <p14:tracePt t="133606" x="6213475" y="2351088"/>
          <p14:tracePt t="133613" x="6207125" y="2351088"/>
          <p14:tracePt t="133619" x="6200775" y="2351088"/>
          <p14:tracePt t="133627" x="6188075" y="2351088"/>
          <p14:tracePt t="133633" x="6175375" y="2351088"/>
          <p14:tracePt t="133640" x="6154738" y="2351088"/>
          <p14:tracePt t="133647" x="6129338" y="2351088"/>
          <p14:tracePt t="133654" x="6103938" y="2351088"/>
          <p14:tracePt t="133662" x="6084888" y="2359025"/>
          <p14:tracePt t="133668" x="6072188" y="2359025"/>
          <p14:tracePt t="133675" x="6053138" y="2365375"/>
          <p14:tracePt t="133682" x="6046788" y="2365375"/>
          <p14:tracePt t="133690" x="6040438" y="2371725"/>
          <p14:tracePt t="133697" x="6027738" y="2371725"/>
          <p14:tracePt t="133703" x="6021388" y="2371725"/>
          <p14:tracePt t="133711" x="6015038" y="2371725"/>
          <p14:tracePt t="133724" x="6008688" y="2371725"/>
          <p14:tracePt t="133731" x="6002338" y="2371725"/>
          <p14:tracePt t="133738" x="5995988" y="2371725"/>
          <p14:tracePt t="133760" x="5989638" y="2371725"/>
          <p14:tracePt t="133773" x="5983288" y="2371725"/>
          <p14:tracePt t="133795" x="5976938" y="2371725"/>
          <p14:tracePt t="133809" x="5970588" y="2371725"/>
          <p14:tracePt t="133831" x="5964238" y="2371725"/>
          <p14:tracePt t="133866" x="5964238" y="2365375"/>
          <p14:tracePt t="133907" x="5970588" y="2359025"/>
          <p14:tracePt t="133938" x="5976938" y="2359025"/>
          <p14:tracePt t="133971" x="5983288" y="2359025"/>
          <p14:tracePt t="134005" x="5989638" y="2359025"/>
          <p14:tracePt t="134026" x="5989638" y="2351088"/>
          <p14:tracePt t="134039" x="5995988" y="2351088"/>
          <p14:tracePt t="134054" x="6002338" y="2351088"/>
          <p14:tracePt t="134082" x="6008688" y="2351088"/>
          <p14:tracePt t="134251" x="6015038" y="2351088"/>
          <p14:tracePt t="136734" x="6053138" y="2319338"/>
          <p14:tracePt t="136739" x="6103938" y="2287588"/>
          <p14:tracePt t="136746" x="6148388" y="2249488"/>
          <p14:tracePt t="136753" x="6181725" y="2224088"/>
          <p14:tracePt t="136760" x="6207125" y="2198688"/>
          <p14:tracePt t="136767" x="6232525" y="2185988"/>
          <p14:tracePt t="136773" x="6257925" y="2166938"/>
          <p14:tracePt t="136780" x="6276975" y="2154238"/>
          <p14:tracePt t="136787" x="6289675" y="2141538"/>
          <p14:tracePt t="136794" x="6315075" y="2135188"/>
          <p14:tracePt t="136801" x="6327775" y="2128838"/>
          <p14:tracePt t="136808" x="6340475" y="2122488"/>
          <p14:tracePt t="136815" x="6346825" y="2116138"/>
          <p14:tracePt t="136822" x="6365875" y="2116138"/>
          <p14:tracePt t="136829" x="6372225" y="2109788"/>
          <p14:tracePt t="136837" x="6384925" y="2103438"/>
          <p14:tracePt t="136844" x="6391275" y="2103438"/>
          <p14:tracePt t="136850" x="6403975" y="2103438"/>
          <p14:tracePt t="136857" x="6410325" y="2103438"/>
          <p14:tracePt t="136864" x="6416675" y="2097088"/>
          <p14:tracePt t="136871" x="6423025" y="2097088"/>
          <p14:tracePt t="136878" x="6429375" y="2097088"/>
          <p14:tracePt t="136893" x="6435725" y="2097088"/>
          <p14:tracePt t="136900" x="6442075" y="2097088"/>
          <p14:tracePt t="136913" x="6454775" y="2097088"/>
          <p14:tracePt t="136935" x="6461125" y="2097088"/>
          <p14:tracePt t="136949" x="6467475" y="2097088"/>
          <p14:tracePt t="136955" x="6467475" y="2103438"/>
          <p14:tracePt t="136971" x="6473825" y="2103438"/>
          <p14:tracePt t="136991" x="6480175" y="2109788"/>
          <p14:tracePt t="137019" x="6480175" y="2116138"/>
          <p14:tracePt t="137054" x="6480175" y="2122488"/>
          <p14:tracePt t="137067" x="6480175" y="2128838"/>
          <p14:tracePt t="137082" x="6480175" y="2135188"/>
          <p14:tracePt t="137095" x="6480175" y="2141538"/>
          <p14:tracePt t="137102" x="6480175" y="2154238"/>
          <p14:tracePt t="137109" x="6480175" y="2166938"/>
          <p14:tracePt t="137115" x="6480175" y="2179638"/>
          <p14:tracePt t="137123" x="6480175" y="2192338"/>
          <p14:tracePt t="137129" x="6480175" y="2205038"/>
          <p14:tracePt t="137136" x="6480175" y="2217738"/>
          <p14:tracePt t="137143" x="6480175" y="2230438"/>
          <p14:tracePt t="137150" x="6473825" y="2236788"/>
          <p14:tracePt t="137157" x="6473825" y="2243138"/>
          <p14:tracePt t="137164" x="6473825" y="2255838"/>
          <p14:tracePt t="137179" x="6467475" y="2268538"/>
          <p14:tracePt t="137193" x="6461125" y="2274888"/>
          <p14:tracePt t="137207" x="6461125" y="2281238"/>
          <p14:tracePt t="137222" x="6461125" y="2293938"/>
          <p14:tracePt t="137228" x="6454775" y="2293938"/>
          <p14:tracePt t="137235" x="6454775" y="2300288"/>
          <p14:tracePt t="137249" x="6454775" y="2306638"/>
          <p14:tracePt t="137263" x="6448425" y="2312988"/>
          <p14:tracePt t="137269" x="6448425" y="2319338"/>
          <p14:tracePt t="137276" x="6442075" y="2319338"/>
          <p14:tracePt t="137291" x="6442075" y="2325688"/>
          <p14:tracePt t="137313" x="6435725" y="2325688"/>
          <p14:tracePt t="137326" x="6435725" y="2332038"/>
          <p14:tracePt t="137348" x="6429375" y="2332038"/>
          <p14:tracePt t="137382" x="6423025" y="2332038"/>
          <p14:tracePt t="137430" x="6416675" y="2332038"/>
          <p14:tracePt t="137452" x="6410325" y="2332038"/>
          <p14:tracePt t="137495" x="6403975" y="2332038"/>
          <p14:tracePt t="137536" x="6397625" y="2332038"/>
          <p14:tracePt t="137606" x="6391275" y="2332038"/>
          <p14:tracePt t="137633" x="6384925" y="2332038"/>
          <p14:tracePt t="137710" x="6384925" y="2325688"/>
          <p14:tracePt t="137781" x="6384925" y="2319338"/>
          <p14:tracePt t="137878" x="6391275" y="2312988"/>
          <p14:tracePt t="137920" x="6397625" y="2312988"/>
          <p14:tracePt t="137939" x="6397625" y="2306638"/>
          <p14:tracePt t="137954" x="6403975" y="2306638"/>
          <p14:tracePt t="137990" x="6410325" y="2306638"/>
          <p14:tracePt t="137995" x="6410325" y="2300288"/>
          <p14:tracePt t="138002" x="6416675" y="2300288"/>
          <p14:tracePt t="138031" x="6423025" y="2300288"/>
          <p14:tracePt t="138653" x="6429375" y="2300288"/>
          <p14:tracePt t="138659" x="6429375" y="2293938"/>
          <p14:tracePt t="138678" x="6435725" y="2293938"/>
          <p14:tracePt t="138687" x="6435725" y="2287588"/>
          <p14:tracePt t="138714" x="6442075" y="2287588"/>
          <p14:tracePt t="138728" x="6448425" y="2287588"/>
          <p14:tracePt t="138757" x="6454775" y="2287588"/>
          <p14:tracePt t="139217" x="6461125" y="2287588"/>
          <p14:tracePt t="139518" x="6467475" y="2287588"/>
          <p14:tracePt t="139531" x="6473825" y="2287588"/>
          <p14:tracePt t="139574" x="6480175" y="2287588"/>
          <p14:tracePt t="139586" x="6480175" y="2281238"/>
          <p14:tracePt t="139609" x="6486525" y="2281238"/>
          <p14:tracePt t="139636" x="6492875" y="2281238"/>
          <p14:tracePt t="139656" x="6499225" y="2281238"/>
          <p14:tracePt t="139685" x="6505575" y="2281238"/>
          <p14:tracePt t="139721" x="6511925" y="2281238"/>
          <p14:tracePt t="139755" x="6518275" y="2281238"/>
          <p14:tracePt t="139768" x="6524625" y="2281238"/>
          <p14:tracePt t="139803" x="6530975" y="2281238"/>
          <p14:tracePt t="140196" x="6530975" y="2274888"/>
          <p14:tracePt t="143111" x="6524625" y="2281238"/>
          <p14:tracePt t="143117" x="6505575" y="2287588"/>
          <p14:tracePt t="143123" x="6492875" y="2300288"/>
          <p14:tracePt t="143130" x="6473825" y="2312988"/>
          <p14:tracePt t="143137" x="6454775" y="2325688"/>
          <p14:tracePt t="143143" x="6429375" y="2332038"/>
          <p14:tracePt t="143150" x="6410325" y="2344738"/>
          <p14:tracePt t="143157" x="6391275" y="2359025"/>
          <p14:tracePt t="143164" x="6365875" y="2365375"/>
          <p14:tracePt t="143171" x="6340475" y="2378075"/>
          <p14:tracePt t="143178" x="6308725" y="2397125"/>
          <p14:tracePt t="143185" x="6270625" y="2416175"/>
          <p14:tracePt t="143192" x="6251575" y="2428875"/>
          <p14:tracePt t="143199" x="6219825" y="2447925"/>
          <p14:tracePt t="143206" x="6200775" y="2466975"/>
          <p14:tracePt t="143213" x="6175375" y="2473325"/>
          <p14:tracePt t="143220" x="6154738" y="2486025"/>
          <p14:tracePt t="143227" x="6142038" y="2498725"/>
          <p14:tracePt t="143234" x="6122988" y="2498725"/>
          <p14:tracePt t="143241" x="6110288" y="2511425"/>
          <p14:tracePt t="143248" x="6091238" y="2517775"/>
          <p14:tracePt t="143255" x="6072188" y="2524125"/>
          <p14:tracePt t="143262" x="6059488" y="2530475"/>
          <p14:tracePt t="143269" x="6046788" y="2536825"/>
          <p14:tracePt t="143276" x="6027738" y="2543175"/>
          <p14:tracePt t="143283" x="6015038" y="2549525"/>
          <p14:tracePt t="143290" x="5989638" y="2555875"/>
          <p14:tracePt t="143296" x="5970588" y="2562225"/>
          <p14:tracePt t="143304" x="5951538" y="2568575"/>
          <p14:tracePt t="143311" x="5938838" y="2581275"/>
          <p14:tracePt t="143317" x="5919788" y="2581275"/>
          <p14:tracePt t="143325" x="5907088" y="2581275"/>
          <p14:tracePt t="143331" x="5894388" y="2587625"/>
          <p14:tracePt t="143338" x="5888038" y="2593975"/>
          <p14:tracePt t="143345" x="5881688" y="2593975"/>
          <p14:tracePt t="143353" x="5875338" y="2593975"/>
          <p14:tracePt t="143359" x="5868988" y="2593975"/>
          <p14:tracePt t="143366" x="5862638" y="2593975"/>
          <p14:tracePt t="143388" x="5856288" y="2593975"/>
          <p14:tracePt t="143402" x="5849938" y="2593975"/>
          <p14:tracePt t="143408" x="5843588" y="2593975"/>
          <p14:tracePt t="143416" x="5843588" y="2587625"/>
          <p14:tracePt t="143437" x="5837238" y="2587625"/>
          <p14:tracePt t="143458" x="5837238" y="2581275"/>
          <p14:tracePt t="143471" x="5830888" y="2581275"/>
          <p14:tracePt t="143493" x="5830888" y="2574925"/>
          <p14:tracePt t="143507" x="5830888" y="2568575"/>
          <p14:tracePt t="143520" x="5830888" y="2562225"/>
          <p14:tracePt t="143528" x="5830888" y="2555875"/>
          <p14:tracePt t="143534" x="5830888" y="2549525"/>
          <p14:tracePt t="143548" x="5830888" y="2543175"/>
          <p14:tracePt t="143555" x="5830888" y="2536825"/>
          <p14:tracePt t="143562" x="5830888" y="2530475"/>
          <p14:tracePt t="143577" x="5830888" y="2524125"/>
          <p14:tracePt t="143591" x="5830888" y="2517775"/>
          <p14:tracePt t="143600" x="5830888" y="2511425"/>
          <p14:tracePt t="143611" x="5830888" y="2505075"/>
          <p14:tracePt t="143632" x="5830888" y="2498725"/>
          <p14:tracePt t="143654" x="5837238" y="2492375"/>
          <p14:tracePt t="143667" x="5837238" y="2486025"/>
          <p14:tracePt t="143689" x="5843588" y="2486025"/>
          <p14:tracePt t="143702" x="5843588" y="2479675"/>
          <p14:tracePt t="143709" x="5849938" y="2479675"/>
          <p14:tracePt t="143738" x="5849938" y="2473325"/>
          <p14:tracePt t="143752" x="5856288" y="2473325"/>
          <p14:tracePt t="143766" x="5856288" y="2466975"/>
          <p14:tracePt t="143786" x="5856288" y="2460625"/>
          <p14:tracePt t="143808" x="5862638" y="2460625"/>
          <p14:tracePt t="143843" x="5868988" y="2460625"/>
          <p14:tracePt t="143856" x="5875338" y="2460625"/>
          <p14:tracePt t="143863" x="5875338" y="2454275"/>
          <p14:tracePt t="143892" x="5881688" y="2454275"/>
          <p14:tracePt t="143913" x="5888038" y="2454275"/>
          <p14:tracePt t="143918" x="5888038" y="2447925"/>
          <p14:tracePt t="143926" x="5894388" y="2447925"/>
          <p14:tracePt t="143932" x="5900738" y="2447925"/>
          <p14:tracePt t="143946" x="5907088" y="2447925"/>
          <p14:tracePt t="143968" x="5913438" y="2447925"/>
          <p14:tracePt t="143981" x="5919788" y="2447925"/>
          <p14:tracePt t="143988" x="5926138" y="2447925"/>
          <p14:tracePt t="143995" x="5926138" y="2441575"/>
          <p14:tracePt t="144016" x="5932488" y="2441575"/>
          <p14:tracePt t="144053" x="5938838" y="2441575"/>
          <p14:tracePt t="144065" x="5945188" y="2441575"/>
          <p14:tracePt t="144071" x="5951538" y="2441575"/>
          <p14:tracePt t="144086" x="5957888" y="2441575"/>
          <p14:tracePt t="144107" x="5964238" y="2441575"/>
          <p14:tracePt t="144121" x="5970588" y="2435225"/>
          <p14:tracePt t="144127" x="5976938" y="2435225"/>
          <p14:tracePt t="144134" x="5983288" y="2435225"/>
          <p14:tracePt t="144148" x="5989638" y="2435225"/>
          <p14:tracePt t="144155" x="5995988" y="2435225"/>
          <p14:tracePt t="144162" x="6002338" y="2435225"/>
          <p14:tracePt t="144169" x="6015038" y="2435225"/>
          <p14:tracePt t="144183" x="6021388" y="2435225"/>
          <p14:tracePt t="144191" x="6034088" y="2435225"/>
          <p14:tracePt t="144197" x="6040438" y="2435225"/>
          <p14:tracePt t="144204" x="6046788" y="2435225"/>
          <p14:tracePt t="144210" x="6053138" y="2435225"/>
          <p14:tracePt t="144217" x="6065838" y="2435225"/>
          <p14:tracePt t="144233" x="6072188" y="2435225"/>
          <p14:tracePt t="144239" x="6091238" y="2435225"/>
          <p14:tracePt t="144254" x="6097588" y="2435225"/>
          <p14:tracePt t="144260" x="6110288" y="2435225"/>
          <p14:tracePt t="144267" x="6116638" y="2435225"/>
          <p14:tracePt t="144273" x="6122988" y="2435225"/>
          <p14:tracePt t="144280" x="6135688" y="2435225"/>
          <p14:tracePt t="144288" x="6148388" y="2435225"/>
          <p14:tracePt t="144295" x="6154738" y="2435225"/>
          <p14:tracePt t="144302" x="6161088" y="2435225"/>
          <p14:tracePt t="144308" x="6167438" y="2435225"/>
          <p14:tracePt t="144315" x="6181725" y="2435225"/>
          <p14:tracePt t="144323" x="6188075" y="2435225"/>
          <p14:tracePt t="144330" x="6200775" y="2435225"/>
          <p14:tracePt t="144336" x="6207125" y="2435225"/>
          <p14:tracePt t="144344" x="6226175" y="2435225"/>
          <p14:tracePt t="144350" x="6232525" y="2435225"/>
          <p14:tracePt t="144357" x="6238875" y="2435225"/>
          <p14:tracePt t="144364" x="6251575" y="2435225"/>
          <p14:tracePt t="144371" x="6251575" y="2441575"/>
          <p14:tracePt t="144378" x="6257925" y="2441575"/>
          <p14:tracePt t="144385" x="6270625" y="2441575"/>
          <p14:tracePt t="144399" x="6276975" y="2441575"/>
          <p14:tracePt t="144406" x="6283325" y="2441575"/>
          <p14:tracePt t="144420" x="6296025" y="2441575"/>
          <p14:tracePt t="144442" x="6302375" y="2441575"/>
          <p14:tracePt t="144455" x="6308725" y="2441575"/>
          <p14:tracePt t="144462" x="6315075" y="2441575"/>
          <p14:tracePt t="144499" x="6321425" y="2441575"/>
          <p14:tracePt t="144533" x="6327775" y="2441575"/>
          <p14:tracePt t="144597" x="6334125" y="2441575"/>
          <p14:tracePt t="144618" x="6340475" y="2441575"/>
          <p14:tracePt t="144827" x="6346825" y="2441575"/>
          <p14:tracePt t="145400" x="6353175" y="2441575"/>
          <p14:tracePt t="145448" x="6359525" y="2441575"/>
          <p14:tracePt t="145475" x="6365875" y="2441575"/>
          <p14:tracePt t="145497" x="6372225" y="2441575"/>
          <p14:tracePt t="145546" x="6378575" y="2441575"/>
          <p14:tracePt t="145559" x="6384925" y="2441575"/>
          <p14:tracePt t="145564" x="6384925" y="2435225"/>
          <p14:tracePt t="145579" x="6391275" y="2435225"/>
          <p14:tracePt t="145586" x="6397625" y="2435225"/>
          <p14:tracePt t="145615" x="6403975" y="2435225"/>
          <p14:tracePt t="145649" x="6410325" y="2435225"/>
          <p14:tracePt t="145685" x="6416675" y="2435225"/>
          <p14:tracePt t="145719" x="6416675" y="2428875"/>
          <p14:tracePt t="145733" x="6423025" y="2428875"/>
          <p14:tracePt t="145910" x="6429375" y="2428875"/>
          <p14:tracePt t="145945" x="6435725" y="2428875"/>
          <p14:tracePt t="145979" x="6442075" y="2428875"/>
          <p14:tracePt t="145993" x="6448425" y="2422525"/>
          <p14:tracePt t="146021" x="6454775" y="2422525"/>
          <p14:tracePt t="146048" x="6461125" y="2422525"/>
          <p14:tracePt t="146069" x="6467475" y="2422525"/>
          <p14:tracePt t="146081" x="6473825" y="2422525"/>
          <p14:tracePt t="146102" x="6480175" y="2422525"/>
          <p14:tracePt t="146124" x="6486525" y="2422525"/>
          <p14:tracePt t="146160" x="6492875" y="2422525"/>
          <p14:tracePt t="146174" x="6499225" y="2422525"/>
          <p14:tracePt t="146208" x="6505575" y="2422525"/>
          <p14:tracePt t="150938" x="6600825" y="2359025"/>
          <p14:tracePt t="150943" x="6767513" y="2262188"/>
          <p14:tracePt t="150950" x="6970713" y="2135188"/>
          <p14:tracePt t="150958" x="7194550" y="2020888"/>
          <p14:tracePt t="150964" x="7397750" y="1905000"/>
          <p14:tracePt t="150971" x="7564438" y="1809750"/>
          <p14:tracePt t="150978" x="7729538" y="1739900"/>
          <p14:tracePt t="150987" x="7888288" y="1670050"/>
          <p14:tracePt t="150992" x="8023225" y="1612900"/>
          <p14:tracePt t="150999" x="8099425" y="1587500"/>
          <p14:tracePt t="151006" x="8169275" y="1555750"/>
          <p14:tracePt t="151013" x="8258175" y="1530350"/>
          <p14:tracePt t="151020" x="8340725" y="1504950"/>
          <p14:tracePt t="151028" x="8442325" y="1484313"/>
          <p14:tracePt t="151035" x="8520113" y="1452563"/>
          <p14:tracePt t="151042" x="8589963" y="1427163"/>
          <p14:tracePt t="151049" x="8691563" y="1395413"/>
          <p14:tracePt t="151056" x="8843963" y="1357313"/>
          <p14:tracePt t="151062" x="8978900" y="1331913"/>
          <p14:tracePt t="151070" x="9099550" y="1306513"/>
          <p14:tracePt t="151334" x="8863013" y="2562225"/>
          <p14:tracePt t="151340" x="8736013" y="2619375"/>
          <p14:tracePt t="151347" x="8609013" y="2676525"/>
          <p14:tracePt t="151355" x="8539163" y="2695575"/>
          <p14:tracePt t="151362" x="8488363" y="2714625"/>
          <p14:tracePt t="151369" x="8429625" y="2727325"/>
          <p14:tracePt t="151376" x="8378825" y="2733675"/>
          <p14:tracePt t="151383" x="8334375" y="2740025"/>
          <p14:tracePt t="151389" x="8308975" y="2740025"/>
          <p14:tracePt t="151396" x="8283575" y="2746375"/>
          <p14:tracePt t="151403" x="8270875" y="2746375"/>
          <p14:tracePt t="151410" x="8258175" y="2746375"/>
          <p14:tracePt t="151425" x="8251825" y="2746375"/>
          <p14:tracePt t="151431" x="8245475" y="2746375"/>
          <p14:tracePt t="151438" x="8239125" y="2746375"/>
          <p14:tracePt t="151445" x="8232775" y="2740025"/>
          <p14:tracePt t="151452" x="8226425" y="2733675"/>
          <p14:tracePt t="151459" x="8213725" y="2714625"/>
          <p14:tracePt t="185000" x="8150225" y="2765425"/>
          <p14:tracePt t="185007" x="8061325" y="2830513"/>
          <p14:tracePt t="185014" x="7970838" y="2906713"/>
          <p14:tracePt t="185020" x="7881938" y="2970213"/>
          <p14:tracePt t="185028" x="7793038" y="3027363"/>
          <p14:tracePt t="185035" x="7691438" y="3084513"/>
          <p14:tracePt t="185042" x="7558088" y="3160713"/>
          <p14:tracePt t="185049" x="7404100" y="3251200"/>
          <p14:tracePt t="185056" x="7277100" y="3346450"/>
          <p14:tracePt t="185063" x="7124700" y="3454400"/>
          <p14:tracePt t="185070" x="6900863" y="3568700"/>
          <p14:tracePt t="185077" x="6704013" y="3659188"/>
          <p14:tracePt t="185084" x="6505575" y="3754438"/>
          <p14:tracePt t="185091" x="6232525" y="3906838"/>
          <p14:tracePt t="185098" x="5995988" y="4046538"/>
          <p14:tracePt t="185106" x="5773738" y="4187825"/>
          <p14:tracePt t="185112" x="5549900" y="4302125"/>
          <p14:tracePt t="185119" x="5321300" y="4397375"/>
          <p14:tracePt t="185126" x="5141913" y="4479925"/>
          <p14:tracePt t="185133" x="4957763" y="4570413"/>
          <p14:tracePt t="185140" x="4740275" y="4672013"/>
          <p14:tracePt t="185147" x="4575175" y="4754563"/>
          <p14:tracePt t="185154" x="4448175" y="4805363"/>
          <p14:tracePt t="185161" x="4300538" y="4919663"/>
          <p14:tracePt t="185168" x="4173538" y="4940300"/>
          <p14:tracePt t="185175" x="4084638" y="4959350"/>
          <p14:tracePt t="185182" x="4008438" y="5003800"/>
          <p14:tracePt t="185189" x="3970338" y="5003800"/>
          <p14:tracePt t="185196" x="3938588" y="5010150"/>
          <p14:tracePt t="185202" x="3919538" y="5010150"/>
          <p14:tracePt t="185210" x="3900488" y="5010150"/>
          <p14:tracePt t="185217" x="3879850" y="5016500"/>
          <p14:tracePt t="185223" x="3867150" y="5022850"/>
          <p14:tracePt t="185231" x="3854450" y="5022850"/>
          <p14:tracePt t="185238" x="3835400" y="5022850"/>
          <p14:tracePt t="185244" x="3816350" y="5029200"/>
          <p14:tracePt t="185252" x="3803650" y="5041900"/>
          <p14:tracePt t="185259" x="3790950" y="5041900"/>
          <p14:tracePt t="185265" x="3771900" y="5041900"/>
          <p14:tracePt t="185272" x="3746500" y="5048250"/>
          <p14:tracePt t="185279" x="3727450" y="5054600"/>
          <p14:tracePt t="185286" x="3714750" y="5060950"/>
          <p14:tracePt t="189221" x="3721100" y="5054600"/>
          <p14:tracePt t="189227" x="3727450" y="5035550"/>
          <p14:tracePt t="189234" x="3733800" y="5022850"/>
          <p14:tracePt t="189241" x="3740150" y="5003800"/>
          <p14:tracePt t="189248" x="3752850" y="4991100"/>
          <p14:tracePt t="189255" x="3759200" y="4978400"/>
          <p14:tracePt t="189262" x="3765550" y="4965700"/>
          <p14:tracePt t="189269" x="3778250" y="4953000"/>
          <p14:tracePt t="189276" x="3784600" y="4933950"/>
          <p14:tracePt t="189283" x="3797300" y="4913313"/>
          <p14:tracePt t="189290" x="3810000" y="4887913"/>
          <p14:tracePt t="189297" x="3835400" y="4849813"/>
          <p14:tracePt t="189304" x="3860800" y="4805363"/>
          <p14:tracePt t="189311" x="3894138" y="4754563"/>
          <p14:tracePt t="189317" x="3919538" y="4697413"/>
          <p14:tracePt t="189325" x="3944938" y="4646613"/>
          <p14:tracePt t="189331" x="3963988" y="4608513"/>
          <p14:tracePt t="189339" x="3983038" y="4576763"/>
          <p14:tracePt t="189346" x="3989388" y="4557713"/>
          <p14:tracePt t="189353" x="3995738" y="4545013"/>
          <p14:tracePt t="189360" x="3995738" y="4532313"/>
          <p14:tracePt t="189366" x="4002088" y="4519613"/>
          <p14:tracePt t="189373" x="4008438" y="4519613"/>
          <p14:tracePt t="189381" x="4008438" y="4513263"/>
          <p14:tracePt t="189395" x="4008438" y="4506913"/>
          <p14:tracePt t="189409" x="4008438" y="4498975"/>
          <p14:tracePt t="189429" x="4002088" y="4498975"/>
          <p14:tracePt t="189436" x="3995738" y="4498975"/>
          <p14:tracePt t="189450" x="3989388" y="4498975"/>
          <p14:tracePt t="189457" x="3983038" y="4498975"/>
          <p14:tracePt t="189464" x="3963988" y="4506913"/>
          <p14:tracePt t="189471" x="3932238" y="4513263"/>
          <p14:tracePt t="192494" x="3860800" y="4538663"/>
          <p14:tracePt t="192500" x="3778250" y="4564063"/>
          <p14:tracePt t="192507" x="3714750" y="4589463"/>
          <p14:tracePt t="192514" x="3632200" y="4608513"/>
          <p14:tracePt t="192521" x="3549650" y="4621213"/>
          <p14:tracePt t="192528" x="3441700" y="4646613"/>
          <p14:tracePt t="192534" x="3294063" y="4652963"/>
          <p14:tracePt t="192541" x="3167063" y="4665663"/>
          <p14:tracePt t="192548" x="3040063" y="4659313"/>
          <p14:tracePt t="192555" x="2911475" y="4646613"/>
          <p14:tracePt t="192562" x="2797175" y="4627563"/>
          <p14:tracePt t="192569" x="2720975" y="4614863"/>
          <p14:tracePt t="192576" x="2663825" y="4595813"/>
          <p14:tracePt t="192583" x="2613025" y="4583113"/>
          <p14:tracePt t="192591" x="2587625" y="4570413"/>
          <p14:tracePt t="192597" x="2555875" y="4557713"/>
          <p14:tracePt t="192604" x="2543175" y="4551363"/>
          <p14:tracePt t="192611" x="2530475" y="4545013"/>
          <p14:tracePt t="192618" x="2517775" y="4538663"/>
          <p14:tracePt t="192625" x="2503488" y="4532313"/>
          <p14:tracePt t="192632" x="2490788" y="4525963"/>
          <p14:tracePt t="192639" x="2478088" y="4513263"/>
          <p14:tracePt t="192647" x="2446338" y="4486275"/>
          <p14:tracePt t="192653" x="2389188" y="4429125"/>
          <p14:tracePt t="192660" x="2312988" y="4352925"/>
          <p14:tracePt t="192667" x="2135188" y="4137025"/>
          <p14:tracePt t="192674" x="1955800" y="3925888"/>
          <p14:tracePt t="192681" x="1892300" y="3792538"/>
          <p14:tracePt t="216728" x="1841500" y="3792538"/>
          <p14:tracePt t="216733" x="1752600" y="3792538"/>
          <p14:tracePt t="216740" x="1676400" y="3798888"/>
          <p14:tracePt t="216747" x="1612900" y="3798888"/>
          <p14:tracePt t="216754" x="1547813" y="3798888"/>
          <p14:tracePt t="216761" x="1497013" y="3805238"/>
          <p14:tracePt t="216768" x="1439863" y="3805238"/>
          <p14:tracePt t="216774" x="1382713" y="3805238"/>
          <p14:tracePt t="216781" x="1319213" y="3805238"/>
          <p14:tracePt t="216788" x="1262063" y="3805238"/>
          <p14:tracePt t="216796" x="1192213" y="3805238"/>
          <p14:tracePt t="216803" x="1133475" y="3805238"/>
          <p14:tracePt t="216811" x="1057275" y="3805238"/>
          <p14:tracePt t="216817" x="987425" y="3798888"/>
          <p14:tracePt t="216823" x="911225" y="3792538"/>
          <p14:tracePt t="216831" x="854075" y="3792538"/>
          <p14:tracePt t="216837" x="809625" y="3792538"/>
          <p14:tracePt t="216844" x="777875" y="3792538"/>
          <p14:tracePt t="216851" x="752475" y="3792538"/>
          <p14:tracePt t="216859" x="720725" y="3792538"/>
          <p14:tracePt t="216866" x="695325" y="3792538"/>
          <p14:tracePt t="216872" x="668338" y="3792538"/>
          <p14:tracePt t="216879" x="623888" y="3792538"/>
          <p14:tracePt t="216886" x="566738" y="3792538"/>
          <p14:tracePt t="216893" x="490538" y="3798888"/>
          <p14:tracePt t="216901" x="420688" y="3798888"/>
          <p14:tracePt t="216907" x="363538" y="3798888"/>
          <p14:tracePt t="216915" x="331788" y="3798888"/>
          <p14:tracePt t="216921" x="312738" y="3798888"/>
          <p14:tracePt t="216928" x="293688" y="3798888"/>
          <p14:tracePt t="216935" x="287338" y="3798888"/>
          <p14:tracePt t="216942" x="280988" y="3798888"/>
          <p14:tracePt t="216949" x="274638" y="3798888"/>
          <p14:tracePt t="216971" x="268288" y="3798888"/>
          <p14:tracePt t="216977" x="268288" y="3792538"/>
          <p14:tracePt t="216992" x="268288" y="3786188"/>
          <p14:tracePt t="216998" x="268288" y="3779838"/>
          <p14:tracePt t="217005" x="280988" y="3767138"/>
          <p14:tracePt t="217012" x="312738" y="3716338"/>
          <p14:tracePt t="217018" x="427038" y="3619500"/>
          <p14:tracePt t="217026" x="708025" y="3403600"/>
          <p14:tracePt t="217033" x="987425" y="3205163"/>
          <p14:tracePt t="217040" x="1230313" y="3033713"/>
          <p14:tracePt t="217047" x="1484313" y="2887663"/>
          <p14:tracePt t="217054" x="1689100" y="2771775"/>
          <p14:tracePt t="217061" x="1949450" y="2663825"/>
          <p14:tracePt t="217068" x="2217738" y="2555875"/>
          <p14:tracePt t="217075" x="2478088" y="2447925"/>
          <p14:tracePt t="217082" x="2797175" y="2338388"/>
          <p14:tracePt t="217089" x="3059113" y="2243138"/>
          <p14:tracePt t="217095" x="3313113" y="2173288"/>
          <p14:tracePt t="217102" x="3587750" y="2109788"/>
          <p14:tracePt t="217109" x="3822700" y="2078038"/>
          <p14:tracePt t="217117" x="4040188" y="2046288"/>
          <p14:tracePt t="217124" x="4256088" y="2027238"/>
          <p14:tracePt t="217131" x="4448175" y="2014538"/>
          <p14:tracePt t="217137" x="4587875" y="2014538"/>
          <p14:tracePt t="217144" x="4727575" y="2014538"/>
          <p14:tracePt t="217151" x="4894263" y="2027238"/>
          <p14:tracePt t="217158" x="5008563" y="2052638"/>
          <p14:tracePt t="217165" x="5110163" y="2078038"/>
          <p14:tracePt t="217172" x="5199063" y="2097088"/>
          <p14:tracePt t="217180" x="5276850" y="2122488"/>
          <p14:tracePt t="217186" x="5359400" y="2166938"/>
          <p14:tracePt t="217193" x="5429250" y="2205038"/>
          <p14:tracePt t="217200" x="5480050" y="2236788"/>
          <p14:tracePt t="217207" x="5543550" y="2274888"/>
          <p14:tracePt t="217214" x="5594350" y="2312988"/>
          <p14:tracePt t="217221" x="5638800" y="2344738"/>
          <p14:tracePt t="217228" x="5670550" y="2384425"/>
          <p14:tracePt t="217235" x="5708650" y="2428875"/>
          <p14:tracePt t="217242" x="5754688" y="2473325"/>
          <p14:tracePt t="217249" x="5786438" y="2530475"/>
          <p14:tracePt t="217256" x="5811838" y="2574925"/>
          <p14:tracePt t="217263" x="5837238" y="2619375"/>
          <p14:tracePt t="217270" x="5856288" y="2663825"/>
          <p14:tracePt t="217277" x="5875338" y="2701925"/>
          <p14:tracePt t="217284" x="5881688" y="2733675"/>
          <p14:tracePt t="217292" x="5888038" y="2759075"/>
          <p14:tracePt t="217298" x="5888038" y="2784475"/>
          <p14:tracePt t="217305" x="5881688" y="2817813"/>
          <p14:tracePt t="217312" x="5868988" y="2836863"/>
          <p14:tracePt t="217319" x="5849938" y="2868613"/>
          <p14:tracePt t="217326" x="5805488" y="2900363"/>
          <p14:tracePt t="217333" x="5754688" y="2925763"/>
          <p14:tracePt t="217340" x="5708650" y="2957513"/>
          <p14:tracePt t="217347" x="5664200" y="2989263"/>
          <p14:tracePt t="217354" x="5626100" y="3014663"/>
          <p14:tracePt t="217362" x="5594350" y="3027363"/>
          <p14:tracePt t="217368" x="5562600" y="3040063"/>
          <p14:tracePt t="217375" x="5543550" y="3059113"/>
          <p14:tracePt t="217382" x="5511800" y="3071813"/>
          <p14:tracePt t="217389" x="5480050" y="3084513"/>
          <p14:tracePt t="217395" x="5441950" y="3103563"/>
          <p14:tracePt t="217403" x="5384800" y="3141663"/>
          <p14:tracePt t="217409" x="5327650" y="3173413"/>
          <p14:tracePt t="217417" x="5270500" y="3211513"/>
          <p14:tracePt t="217424" x="5186363" y="3263900"/>
          <p14:tracePt t="217432" x="5084763" y="3321050"/>
          <p14:tracePt t="217438" x="4983163" y="3371850"/>
          <p14:tracePt t="217444" x="4926013" y="3403600"/>
          <p14:tracePt t="217451" x="4875213" y="3429000"/>
          <p14:tracePt t="217458" x="4837113" y="3448050"/>
          <p14:tracePt t="217465" x="4811713" y="3467100"/>
          <p14:tracePt t="217473" x="4784725" y="3479800"/>
          <p14:tracePt t="217481" x="4772025" y="3486150"/>
          <p14:tracePt t="217487" x="4759325" y="3498850"/>
          <p14:tracePt t="217494" x="4746625" y="3505200"/>
          <p14:tracePt t="217503" x="4740275" y="3517900"/>
          <p14:tracePt t="217508" x="4733925" y="3524250"/>
          <p14:tracePt t="217514" x="4733925" y="3530600"/>
          <p14:tracePt t="217523" x="4727575" y="3543300"/>
          <p14:tracePt t="217529" x="4721225" y="3549650"/>
          <p14:tracePt t="217535" x="4721225" y="3562350"/>
          <p14:tracePt t="217542" x="4714875" y="3575050"/>
          <p14:tracePt t="217550" x="4708525" y="3581400"/>
          <p14:tracePt t="277925" x="4689475" y="3619500"/>
          <p14:tracePt t="277931" x="4657725" y="3665538"/>
          <p14:tracePt t="277938" x="4632325" y="3703638"/>
          <p14:tracePt t="277946" x="4600575" y="3741738"/>
          <p14:tracePt t="277952" x="4568825" y="3773488"/>
          <p14:tracePt t="277959" x="4530725" y="3811588"/>
          <p14:tracePt t="277965" x="4479925" y="3856038"/>
          <p14:tracePt t="277973" x="4416425" y="3894138"/>
          <p14:tracePt t="277979" x="4352925" y="3938588"/>
          <p14:tracePt t="277987" x="4287838" y="3963988"/>
          <p14:tracePt t="277993" x="4230688" y="3989388"/>
          <p14:tracePt t="278000" x="4173538" y="4008438"/>
          <p14:tracePt t="278007" x="4110038" y="4021138"/>
          <p14:tracePt t="278014" x="4059238" y="4021138"/>
          <p14:tracePt t="278021" x="4014788" y="4027488"/>
          <p14:tracePt t="278028" x="3983038" y="4027488"/>
          <p14:tracePt t="278035" x="3970338" y="4027488"/>
          <p14:tracePt t="278043" x="3957638" y="4027488"/>
          <p14:tracePt t="278049" x="3938588" y="4014788"/>
          <p14:tracePt t="278056" x="3932238" y="4008438"/>
          <p14:tracePt t="278063" x="3919538" y="3989388"/>
          <p14:tracePt t="278070" x="3900488" y="3951288"/>
          <p14:tracePt t="278077" x="3873500" y="3881438"/>
          <p14:tracePt t="278084" x="3860800" y="3735388"/>
          <p14:tracePt t="278093" x="3835400" y="3556000"/>
          <p14:tracePt t="278098" x="3829050" y="3429000"/>
          <p14:tracePt t="278105" x="3835400" y="3270250"/>
          <p14:tracePt t="278112" x="3841750" y="3103563"/>
          <p14:tracePt t="278120" x="3860800" y="2995613"/>
          <p14:tracePt t="278127" x="3887788" y="2925763"/>
          <p14:tracePt t="278133" x="3913188" y="2855913"/>
          <p14:tracePt t="278140" x="3951288" y="2778125"/>
          <p14:tracePt t="278147" x="4008438" y="2689225"/>
          <p14:tracePt t="278154" x="4059238" y="2600325"/>
          <p14:tracePt t="278160" x="4116388" y="2517775"/>
          <p14:tracePt t="278167" x="4167188" y="2460625"/>
          <p14:tracePt t="278175" x="4205288" y="2403475"/>
          <p14:tracePt t="278181" x="4262438" y="2344738"/>
          <p14:tracePt t="278189" x="4352925" y="2255838"/>
          <p14:tracePt t="278196" x="4479925" y="2160588"/>
          <p14:tracePt t="278202" x="4587875" y="2078038"/>
          <p14:tracePt t="278209" x="4645025" y="2039938"/>
          <p14:tracePt t="278217" x="4708525" y="1995488"/>
          <p14:tracePt t="278223" x="4778375" y="1976438"/>
          <p14:tracePt t="278230" x="4843463" y="1963738"/>
          <p14:tracePt t="278237" x="4894263" y="1957388"/>
          <p14:tracePt t="278244" x="4951413" y="1957388"/>
          <p14:tracePt t="278252" x="5002213" y="1957388"/>
          <p14:tracePt t="278258" x="5046663" y="1963738"/>
          <p14:tracePt t="278265" x="5097463" y="1982788"/>
          <p14:tracePt t="278272" x="5148263" y="2014538"/>
          <p14:tracePt t="278279" x="5205413" y="2052638"/>
          <p14:tracePt t="278286" x="5270500" y="2097088"/>
          <p14:tracePt t="278293" x="5353050" y="2160588"/>
          <p14:tracePt t="278300" x="5416550" y="2217738"/>
          <p14:tracePt t="278307" x="5467350" y="2274888"/>
          <p14:tracePt t="278314" x="5505450" y="2338388"/>
          <p14:tracePt t="278321" x="5556250" y="2441575"/>
          <p14:tracePt t="278328" x="5613400" y="2587625"/>
          <p14:tracePt t="278335" x="5670550" y="2727325"/>
          <p14:tracePt t="278342" x="5735638" y="2894013"/>
          <p14:tracePt t="278349" x="5805488" y="3071813"/>
          <p14:tracePt t="278356" x="5862638" y="3211513"/>
          <p14:tracePt t="278363" x="5900738" y="3308350"/>
          <p14:tracePt t="278370" x="5932488" y="3378200"/>
          <p14:tracePt t="278377" x="5951538" y="3448050"/>
          <p14:tracePt t="278384" x="5970588" y="3524250"/>
          <p14:tracePt t="278391" x="5995988" y="3594100"/>
          <p14:tracePt t="278398" x="6008688" y="3659188"/>
          <p14:tracePt t="278405" x="6021388" y="3709988"/>
          <p14:tracePt t="278412" x="6027738" y="3748088"/>
          <p14:tracePt t="278419" x="6040438" y="3792538"/>
          <p14:tracePt t="278426" x="6046788" y="3836988"/>
          <p14:tracePt t="278433" x="6059488" y="3887788"/>
          <p14:tracePt t="278440" x="6072188" y="3951288"/>
          <p14:tracePt t="278447" x="6084888" y="4008438"/>
          <p14:tracePt t="278454" x="6097588" y="4059238"/>
          <p14:tracePt t="278461" x="6116638" y="4117975"/>
          <p14:tracePt t="278468" x="6135688" y="4162425"/>
          <p14:tracePt t="278474" x="6154738" y="4200525"/>
          <p14:tracePt t="278482" x="6167438" y="4219575"/>
          <p14:tracePt t="278490" x="6181725" y="4238625"/>
          <p14:tracePt t="278495" x="6188075" y="4257675"/>
          <p14:tracePt t="278503" x="6194425" y="4270375"/>
          <p14:tracePt t="278510" x="6200775" y="4276725"/>
          <p14:tracePt t="278517" x="6200775" y="4283075"/>
          <p14:tracePt t="278531" x="6200775" y="4289425"/>
          <p14:tracePt t="278537" x="6207125" y="4295775"/>
          <p14:tracePt t="278566" x="6207125" y="4302125"/>
          <p14:tracePt t="278594" x="6213475" y="4302125"/>
          <p14:tracePt t="278601" x="6213475" y="4308475"/>
          <p14:tracePt t="278699" x="6219825" y="4308475"/>
          <p14:tracePt t="278791" x="6226175" y="4308475"/>
          <p14:tracePt t="278803" x="6232525" y="4308475"/>
          <p14:tracePt t="278810" x="6238875" y="4308475"/>
          <p14:tracePt t="278824" x="6251575" y="4308475"/>
          <p14:tracePt t="278831" x="6257925" y="4308475"/>
          <p14:tracePt t="278838" x="6264275" y="4308475"/>
          <p14:tracePt t="278845" x="6276975" y="4308475"/>
          <p14:tracePt t="278859" x="6283325" y="4308475"/>
          <p14:tracePt t="278867" x="6289675" y="4308475"/>
          <p14:tracePt t="278873" x="6296025" y="4308475"/>
          <p14:tracePt t="278880" x="6302375" y="4308475"/>
          <p14:tracePt t="278894" x="6308725" y="4308475"/>
          <p14:tracePt t="278908" x="6315075" y="4308475"/>
          <p14:tracePt t="278922" x="6321425" y="4308475"/>
          <p14:tracePt t="278929" x="6327775" y="4308475"/>
          <p14:tracePt t="278957" x="6334125" y="4308475"/>
          <p14:tracePt t="280179" x="6188075" y="4308475"/>
          <p14:tracePt t="280187" x="5856288" y="4289425"/>
          <p14:tracePt t="280193" x="5575300" y="4264025"/>
          <p14:tracePt t="280199" x="5308600" y="4244975"/>
          <p14:tracePt t="280207" x="4989513" y="4206875"/>
          <p14:tracePt t="280213" x="4721225" y="4162425"/>
          <p14:tracePt t="280220" x="4378325" y="4086225"/>
          <p14:tracePt t="280227" x="4021138" y="4008438"/>
          <p14:tracePt t="280233" x="3594100" y="3900488"/>
          <p14:tracePt t="280241" x="3167063" y="3779838"/>
          <p14:tracePt t="280247" x="2670175" y="3652838"/>
          <p14:tracePt t="280256" x="2166938" y="3473450"/>
          <p14:tracePt t="280262" x="1625600" y="3232150"/>
          <p14:tracePt t="280269" x="1069975" y="3014663"/>
          <p14:tracePt t="280276" x="566738" y="2824163"/>
          <p14:tracePt t="280283" x="44450" y="2581275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KNN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Non-parametric, instance-based learning algorithm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new point by majority vote among K closest training points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measured using Euclidean distance in feature space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training — model memorises the 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feature scale → StandardScaler is critical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 = overfit (noisy), Large K = underfit (smooth boundary)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optimal K = 2 found via 5-fold cross-validation sweep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37760" y="822960"/>
            <a:ext cx="3840480" cy="1188720"/>
          </a:xfrm>
          <a:prstGeom prst="rect">
            <a:avLst/>
          </a:prstGeom>
          <a:solidFill>
            <a:srgbClr val="162032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868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Formula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d(x, y) = √ Σ (xᵢ − yᵢ)²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xᵢ, yᵢ are scaled feature values of two IoT network records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vs KNN — Key Comparison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487168"/>
          <a:ext cx="3840480" cy="2468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C9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(lazy)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(dist)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96.47–99.4%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541"/>
    </mc:Choice>
    <mc:Fallback xmlns="">
      <p:transition spd="slow" advTm="212541"/>
    </mc:Fallback>
  </mc:AlternateContent>
  <p:extLst>
    <p:ext uri="{3A86A75C-4F4B-4683-9AE1-C65F6400EC91}">
      <p14:laserTraceLst xmlns:p14="http://schemas.microsoft.com/office/powerpoint/2010/main">
        <p14:tracePtLst>
          <p14:tracePt t="119" x="2357438" y="4972050"/>
          <p14:tracePt t="125" x="2370138" y="4953000"/>
          <p14:tracePt t="133" x="2389188" y="4926013"/>
          <p14:tracePt t="144" x="2414588" y="4894263"/>
          <p14:tracePt t="151" x="2427288" y="4868863"/>
          <p14:tracePt t="158" x="2439988" y="4849813"/>
          <p14:tracePt t="164" x="2452688" y="4837113"/>
          <p14:tracePt t="171" x="2465388" y="4811713"/>
          <p14:tracePt t="178" x="2478088" y="4792663"/>
          <p14:tracePt t="188" x="2478088" y="4779963"/>
          <p14:tracePt t="192" x="2490788" y="4760913"/>
          <p14:tracePt t="199" x="2497138" y="4748213"/>
          <p14:tracePt t="206" x="2503488" y="4735513"/>
          <p14:tracePt t="213" x="2509838" y="4722813"/>
          <p14:tracePt t="220" x="2509838" y="4710113"/>
          <p14:tracePt t="227" x="2517775" y="4703763"/>
          <p14:tracePt t="235" x="2524125" y="4697413"/>
          <p14:tracePt t="241" x="2530475" y="4684713"/>
          <p14:tracePt t="255" x="2536825" y="4678363"/>
          <p14:tracePt t="262" x="2536825" y="4672013"/>
          <p14:tracePt t="269" x="2536825" y="4665663"/>
          <p14:tracePt t="276" x="2543175" y="4665663"/>
          <p14:tracePt t="283" x="2549525" y="4659313"/>
          <p14:tracePt t="290" x="2549525" y="4652963"/>
          <p14:tracePt t="297" x="2555875" y="4646613"/>
          <p14:tracePt t="304" x="2555875" y="4640263"/>
          <p14:tracePt t="311" x="2562225" y="4640263"/>
          <p14:tracePt t="318" x="2562225" y="4627563"/>
          <p14:tracePt t="325" x="2568575" y="4621213"/>
          <p14:tracePt t="332" x="2574925" y="4614863"/>
          <p14:tracePt t="338" x="2574925" y="4608513"/>
          <p14:tracePt t="345" x="2581275" y="4602163"/>
          <p14:tracePt t="352" x="2593975" y="4595813"/>
          <p14:tracePt t="359" x="2593975" y="4589463"/>
          <p14:tracePt t="366" x="2600325" y="4576763"/>
          <p14:tracePt t="373" x="2606675" y="4570413"/>
          <p14:tracePt t="380" x="2613025" y="4564063"/>
          <p14:tracePt t="387" x="2619375" y="4551363"/>
          <p14:tracePt t="394" x="2632075" y="4538663"/>
          <p14:tracePt t="401" x="2644775" y="4519613"/>
          <p14:tracePt t="408" x="2657475" y="4498975"/>
          <p14:tracePt t="415" x="2670175" y="4479925"/>
          <p14:tracePt t="422" x="2682875" y="4467225"/>
          <p14:tracePt t="429" x="2695575" y="4454525"/>
          <p14:tracePt t="436" x="2708275" y="4441825"/>
          <p14:tracePt t="443" x="2714625" y="4435475"/>
          <p14:tracePt t="450" x="2720975" y="4422775"/>
          <p14:tracePt t="457" x="2727325" y="4416425"/>
          <p14:tracePt t="464" x="2733675" y="4410075"/>
          <p14:tracePt t="471" x="2733675" y="4403725"/>
          <p14:tracePt t="478" x="2740025" y="4397375"/>
          <p14:tracePt t="485" x="2746375" y="4391025"/>
          <p14:tracePt t="492" x="2752725" y="4391025"/>
          <p14:tracePt t="499" x="2752725" y="4384675"/>
          <p14:tracePt t="506" x="2765425" y="4378325"/>
          <p14:tracePt t="513" x="2765425" y="4371975"/>
          <p14:tracePt t="520" x="2771775" y="4371975"/>
          <p14:tracePt t="527" x="2771775" y="4359275"/>
          <p14:tracePt t="541" x="2778125" y="4352925"/>
          <p14:tracePt t="548" x="2784475" y="4352925"/>
          <p14:tracePt t="562" x="2790825" y="4346575"/>
          <p14:tracePt t="570" x="2790825" y="4340225"/>
          <p14:tracePt t="583" x="2790825" y="4333875"/>
          <p14:tracePt t="597" x="2797175" y="4333875"/>
          <p14:tracePt t="604" x="2797175" y="4327525"/>
          <p14:tracePt t="8961" x="2784475" y="4327525"/>
          <p14:tracePt t="8966" x="2771775" y="4327525"/>
          <p14:tracePt t="8972" x="2765425" y="4321175"/>
          <p14:tracePt t="8978" x="2759075" y="4321175"/>
          <p14:tracePt t="8987" x="2740025" y="4308475"/>
          <p14:tracePt t="8992" x="2727325" y="4308475"/>
          <p14:tracePt t="8999" x="2714625" y="4289425"/>
          <p14:tracePt t="9006" x="2689225" y="4283075"/>
          <p14:tracePt t="9013" x="2670175" y="4251325"/>
          <p14:tracePt t="9022" x="2625725" y="4200525"/>
          <p14:tracePt t="9027" x="2568575" y="4117975"/>
          <p14:tracePt t="9034" x="2484438" y="3983038"/>
          <p14:tracePt t="9041" x="2427288" y="3881438"/>
          <p14:tracePt t="9048" x="2389188" y="3817938"/>
          <p14:tracePt t="9055" x="2357438" y="3754438"/>
          <p14:tracePt t="9061" x="2338388" y="3703638"/>
          <p14:tracePt t="9068" x="2325688" y="3659188"/>
          <p14:tracePt t="9075" x="2319338" y="3613150"/>
          <p14:tracePt t="9083" x="2312988" y="3568700"/>
          <p14:tracePt t="9089" x="2300288" y="3524250"/>
          <p14:tracePt t="9097" x="2293938" y="3492500"/>
          <p14:tracePt t="9104" x="2287588" y="3435350"/>
          <p14:tracePt t="9110" x="2274888" y="3378200"/>
          <p14:tracePt t="9118" x="2249488" y="3263900"/>
          <p14:tracePt t="9124" x="2211388" y="3097213"/>
          <p14:tracePt t="9131" x="2160588" y="2906713"/>
          <p14:tracePt t="9139" x="2128838" y="2701925"/>
          <p14:tracePt t="9149" x="2097088" y="2505075"/>
          <p14:tracePt t="9153" x="2078038" y="2390775"/>
          <p14:tracePt t="9159" x="2071688" y="2332038"/>
          <p14:tracePt t="9166" x="2071688" y="2287588"/>
          <p14:tracePt t="9173" x="2071688" y="2268538"/>
          <p14:tracePt t="9183" x="2071688" y="2243138"/>
          <p14:tracePt t="9187" x="2078038" y="2230438"/>
          <p14:tracePt t="9196" x="2084388" y="2205038"/>
          <p14:tracePt t="9202" x="2090738" y="2192338"/>
          <p14:tracePt t="9208" x="2097088" y="2179638"/>
          <p14:tracePt t="9215" x="2103438" y="2166938"/>
          <p14:tracePt t="9224" x="2109788" y="2154238"/>
          <p14:tracePt t="9229" x="2116138" y="2135188"/>
          <p14:tracePt t="9236" x="2128838" y="2128838"/>
          <p14:tracePt t="9245" x="2135188" y="2122488"/>
          <p14:tracePt t="9250" x="2135188" y="2116138"/>
          <p14:tracePt t="9258" x="2141538" y="2109788"/>
          <p14:tracePt t="9264" x="2141538" y="2103438"/>
          <p14:tracePt t="9278" x="2147888" y="2103438"/>
          <p14:tracePt t="9285" x="2147888" y="2097088"/>
          <p14:tracePt t="9308" x="2154238" y="2097088"/>
          <p14:tracePt t="9350" x="2160588" y="2097088"/>
          <p14:tracePt t="9376" x="2154238" y="2097088"/>
          <p14:tracePt t="103116" x="2217738" y="2052638"/>
          <p14:tracePt t="103121" x="2446338" y="1841500"/>
          <p14:tracePt t="103129" x="2701925" y="1619250"/>
          <p14:tracePt t="103135" x="2962275" y="1414463"/>
          <p14:tracePt t="103143" x="3186113" y="1249363"/>
          <p14:tracePt t="103149" x="3351213" y="1109663"/>
          <p14:tracePt t="103156" x="3498850" y="981075"/>
          <p14:tracePt t="103164" x="3683000" y="860425"/>
          <p14:tracePt t="103170" x="3906838" y="720725"/>
          <p14:tracePt t="103178" x="4084638" y="573088"/>
          <p14:tracePt t="103184" x="4243388" y="458788"/>
          <p14:tracePt t="103191" x="4416425" y="338138"/>
          <p14:tracePt t="103198" x="4625975" y="217488"/>
          <p14:tracePt t="103206" x="4791075" y="133350"/>
          <p14:tracePt t="103213" x="4970463" y="57150"/>
          <p14:tracePt t="103331" x="7602538" y="76200"/>
          <p14:tracePt t="103339" x="7659688" y="139700"/>
          <p14:tracePt t="103345" x="7704138" y="209550"/>
          <p14:tracePt t="103351" x="7748588" y="274638"/>
          <p14:tracePt t="103358" x="7773988" y="331788"/>
          <p14:tracePt t="103365" x="7786688" y="376238"/>
          <p14:tracePt t="103372" x="7793038" y="414338"/>
          <p14:tracePt t="103379" x="7793038" y="458788"/>
          <p14:tracePt t="103386" x="7793038" y="503238"/>
          <p14:tracePt t="103394" x="7786688" y="554038"/>
          <p14:tracePt t="103401" x="7767638" y="611188"/>
          <p14:tracePt t="103407" x="7742238" y="657225"/>
          <p14:tracePt t="103415" x="7716838" y="701675"/>
          <p14:tracePt t="103421" x="7685088" y="739775"/>
          <p14:tracePt t="103428" x="7659688" y="771525"/>
          <p14:tracePt t="103436" x="7627938" y="803275"/>
          <p14:tracePt t="103443" x="7602538" y="828675"/>
          <p14:tracePt t="103450" x="7583488" y="847725"/>
          <p14:tracePt t="103456" x="7558088" y="873125"/>
          <p14:tracePt t="103463" x="7524750" y="892175"/>
          <p14:tracePt t="103470" x="7480300" y="911225"/>
          <p14:tracePt t="103477" x="7435850" y="936625"/>
          <p14:tracePt t="103484" x="7385050" y="955675"/>
          <p14:tracePt t="103492" x="7327900" y="974725"/>
          <p14:tracePt t="103501" x="7289800" y="987425"/>
          <p14:tracePt t="103506" x="7258050" y="1000125"/>
          <p14:tracePt t="103512" x="7232650" y="1012825"/>
          <p14:tracePt t="103519" x="7213600" y="1012825"/>
          <p14:tracePt t="103526" x="7194550" y="1012825"/>
          <p14:tracePt t="103533" x="7181850" y="1012825"/>
          <p14:tracePt t="103540" x="7169150" y="1012825"/>
          <p14:tracePt t="103547" x="7156450" y="1012825"/>
          <p14:tracePt t="103554" x="7143750" y="1006475"/>
          <p14:tracePt t="103561" x="7131050" y="993775"/>
          <p14:tracePt t="103568" x="7124700" y="981075"/>
          <p14:tracePt t="103575" x="7105650" y="942975"/>
          <p14:tracePt t="103582" x="7092950" y="911225"/>
          <p14:tracePt t="103589" x="7085013" y="873125"/>
          <p14:tracePt t="103596" x="7078663" y="828675"/>
          <p14:tracePt t="103603" x="7078663" y="777875"/>
          <p14:tracePt t="103609" x="7078663" y="720725"/>
          <p14:tracePt t="103617" x="7085013" y="644525"/>
          <p14:tracePt t="103623" x="7099300" y="579438"/>
          <p14:tracePt t="103631" x="7118350" y="534988"/>
          <p14:tracePt t="103638" x="7124700" y="496888"/>
          <p14:tracePt t="103644" x="7137400" y="471488"/>
          <p14:tracePt t="103652" x="7150100" y="446088"/>
          <p14:tracePt t="103658" x="7156450" y="433388"/>
          <p14:tracePt t="103666" x="7162800" y="414338"/>
          <p14:tracePt t="103673" x="7175500" y="401638"/>
          <p14:tracePt t="103680" x="7175500" y="395288"/>
          <p14:tracePt t="103687" x="7181850" y="382588"/>
          <p14:tracePt t="103693" x="7188200" y="376238"/>
          <p14:tracePt t="103700" x="7188200" y="363538"/>
          <p14:tracePt t="103715" x="7194550" y="357188"/>
          <p14:tracePt t="103722" x="7194550" y="350838"/>
          <p14:tracePt t="103736" x="7194550" y="344488"/>
          <p14:tracePt t="103758" x="7188200" y="338138"/>
          <p14:tracePt t="103764" x="7181850" y="338138"/>
          <p14:tracePt t="103775" x="7175500" y="338138"/>
          <p14:tracePt t="103780" x="7143750" y="338138"/>
          <p14:tracePt t="103785" x="7078663" y="338138"/>
          <p14:tracePt t="103791" x="6996113" y="338138"/>
          <p14:tracePt t="103798" x="6913563" y="357188"/>
          <p14:tracePt t="103806" x="6843713" y="376238"/>
          <p14:tracePt t="103812" x="6767513" y="388938"/>
          <p14:tracePt t="103820" x="6684963" y="407988"/>
          <p14:tracePt t="103826" x="6575425" y="446088"/>
          <p14:tracePt t="103833" x="6473825" y="465138"/>
          <p14:tracePt t="103840" x="6384925" y="490538"/>
          <p14:tracePt t="103847" x="6308725" y="515938"/>
          <p14:tracePt t="103854" x="6219825" y="547688"/>
          <p14:tracePt t="103860" x="6142038" y="573088"/>
          <p14:tracePt t="103868" x="6072188" y="604838"/>
          <p14:tracePt t="103875" x="6002338" y="623888"/>
          <p14:tracePt t="103882" x="5938838" y="650875"/>
          <p14:tracePt t="103889" x="5894388" y="669925"/>
          <p14:tracePt t="103896" x="5849938" y="688975"/>
          <p14:tracePt t="103903" x="5818188" y="701675"/>
          <p14:tracePt t="103911" x="5792788" y="720725"/>
          <p14:tracePt t="103917" x="5761038" y="733425"/>
          <p14:tracePt t="103924" x="5735638" y="746125"/>
          <p14:tracePt t="103931" x="5695950" y="758825"/>
          <p14:tracePt t="103937" x="5657850" y="784225"/>
          <p14:tracePt t="103945" x="5619750" y="803275"/>
          <p14:tracePt t="103951" x="5581650" y="828675"/>
          <p14:tracePt t="103959" x="5543550" y="847725"/>
          <p14:tracePt t="103966" x="5505450" y="879475"/>
          <p14:tracePt t="103972" x="5467350" y="904875"/>
          <p14:tracePt t="103979" x="5441950" y="930275"/>
          <p14:tracePt t="103986" x="5410200" y="962025"/>
          <p14:tracePt t="103993" x="5378450" y="987425"/>
          <p14:tracePt t="104000" x="5359400" y="1019175"/>
          <p14:tracePt t="104008" x="5334000" y="1057275"/>
          <p14:tracePt t="104015" x="5314950" y="1077913"/>
          <p14:tracePt t="104030" x="5283200" y="1116013"/>
          <p14:tracePt t="104035" x="5264150" y="1135063"/>
          <p14:tracePt t="104042" x="5256213" y="1154113"/>
          <p14:tracePt t="104049" x="5243513" y="1173163"/>
          <p14:tracePt t="104057" x="5237163" y="1185863"/>
          <p14:tracePt t="104063" x="5224463" y="1198563"/>
          <p14:tracePt t="104070" x="5218113" y="1217613"/>
          <p14:tracePt t="104077" x="5205413" y="1236663"/>
          <p14:tracePt t="104084" x="5199063" y="1262063"/>
          <p14:tracePt t="104091" x="5192713" y="1287463"/>
          <p14:tracePt t="104098" x="5186363" y="1306513"/>
          <p14:tracePt t="104105" x="5180013" y="1338263"/>
          <p14:tracePt t="104112" x="5173663" y="1363663"/>
          <p14:tracePt t="104119" x="5173663" y="1382713"/>
          <p14:tracePt t="104126" x="5173663" y="1401763"/>
          <p14:tracePt t="104133" x="5173663" y="1420813"/>
          <p14:tracePt t="104141" x="5173663" y="1439863"/>
          <p14:tracePt t="104147" x="5180013" y="1452563"/>
          <p14:tracePt t="104155" x="5186363" y="1471613"/>
          <p14:tracePt t="104161" x="5192713" y="1497013"/>
          <p14:tracePt t="104168" x="5199063" y="1517650"/>
          <p14:tracePt t="104175" x="5205413" y="1530350"/>
          <p14:tracePt t="104182" x="5218113" y="1555750"/>
          <p14:tracePt t="104190" x="5237163" y="1587500"/>
          <p14:tracePt t="104196" x="5256213" y="1612900"/>
          <p14:tracePt t="104203" x="5276850" y="1651000"/>
          <p14:tracePt t="104210" x="5289550" y="1676400"/>
          <p14:tracePt t="104217" x="5308600" y="1708150"/>
          <p14:tracePt t="104224" x="5321300" y="1720850"/>
          <p14:tracePt t="104231" x="5334000" y="1733550"/>
          <p14:tracePt t="104239" x="5340350" y="1746250"/>
          <p14:tracePt t="104245" x="5353050" y="1758950"/>
          <p14:tracePt t="104253" x="5359400" y="1765300"/>
          <p14:tracePt t="104260" x="5372100" y="1771650"/>
          <p14:tracePt t="104266" x="5378450" y="1778000"/>
          <p14:tracePt t="104273" x="5384800" y="1790700"/>
          <p14:tracePt t="104280" x="5410200" y="1790700"/>
          <p14:tracePt t="104287" x="5429250" y="1803400"/>
          <p14:tracePt t="104294" x="5448300" y="1816100"/>
          <p14:tracePt t="104301" x="5486400" y="1828800"/>
          <p14:tracePt t="104307" x="5518150" y="1835150"/>
          <p14:tracePt t="104315" x="5575300" y="1847850"/>
          <p14:tracePt t="104321" x="5607050" y="1854200"/>
          <p14:tracePt t="104330" x="5651500" y="1860550"/>
          <p14:tracePt t="104336" x="5695950" y="1866900"/>
          <p14:tracePt t="104343" x="5741988" y="1866900"/>
          <p14:tracePt t="104350" x="5818188" y="1866900"/>
          <p14:tracePt t="104356" x="5900738" y="1866900"/>
          <p14:tracePt t="104363" x="5976938" y="1866900"/>
          <p14:tracePt t="104370" x="6046788" y="1866900"/>
          <p14:tracePt t="104378" x="6110288" y="1866900"/>
          <p14:tracePt t="104384" x="6161088" y="1860550"/>
          <p14:tracePt t="104391" x="6226175" y="1847850"/>
          <p14:tracePt t="104398" x="6296025" y="1841500"/>
          <p14:tracePt t="104405" x="6359525" y="1828800"/>
          <p14:tracePt t="104412" x="6429375" y="1822450"/>
          <p14:tracePt t="104419" x="6499225" y="1809750"/>
          <p14:tracePt t="104426" x="6562725" y="1797050"/>
          <p14:tracePt t="104432" x="6626225" y="1784350"/>
          <p14:tracePt t="104440" x="6710363" y="1765300"/>
          <p14:tracePt t="104447" x="6805613" y="1739900"/>
          <p14:tracePt t="104454" x="6907213" y="1714500"/>
          <p14:tracePt t="104461" x="6989763" y="1695450"/>
          <p14:tracePt t="104468" x="7085013" y="1663700"/>
          <p14:tracePt t="104475" x="7207250" y="1625600"/>
          <p14:tracePt t="104482" x="7366000" y="1587500"/>
          <p14:tracePt t="104488" x="7480300" y="1562100"/>
          <p14:tracePt t="104496" x="7589838" y="1530350"/>
          <p14:tracePt t="104503" x="7704138" y="1517650"/>
          <p14:tracePt t="104509" x="7805738" y="1490663"/>
          <p14:tracePt t="104517" x="7900988" y="1477963"/>
          <p14:tracePt t="104523" x="7977188" y="1458913"/>
          <p14:tracePt t="104531" x="8054975" y="1446213"/>
          <p14:tracePt t="104538" x="8124825" y="1439863"/>
          <p14:tracePt t="104545" x="8194675" y="1427163"/>
          <p14:tracePt t="104551" x="8264525" y="1414463"/>
          <p14:tracePt t="104559" x="8347075" y="1389063"/>
          <p14:tracePt t="104565" x="8416925" y="1376363"/>
          <p14:tracePt t="104573" x="8488363" y="1357313"/>
          <p14:tracePt t="104579" x="8551863" y="1344613"/>
          <p14:tracePt t="104586" x="8615363" y="1319213"/>
          <p14:tracePt t="104593" x="8697913" y="1293813"/>
          <p14:tracePt t="104600" x="8774113" y="1255713"/>
          <p14:tracePt t="104607" x="8837613" y="1223963"/>
          <p14:tracePt t="104614" x="8894763" y="1192213"/>
          <p14:tracePt t="104622" x="8940800" y="1154113"/>
          <p14:tracePt t="104628" x="8972550" y="1122363"/>
          <p14:tracePt t="104635" x="8991600" y="1103313"/>
          <p14:tracePt t="104642" x="9017000" y="1069975"/>
          <p14:tracePt t="104649" x="9036050" y="1038225"/>
          <p14:tracePt t="104656" x="9055100" y="1012825"/>
          <p14:tracePt t="104663" x="9067800" y="993775"/>
          <p14:tracePt t="104670" x="9080500" y="968375"/>
          <p14:tracePt t="104677" x="9093200" y="936625"/>
          <p14:tracePt t="104684" x="9099550" y="917575"/>
          <p14:tracePt t="104691" x="9105900" y="898525"/>
          <p14:tracePt t="104698" x="9105900" y="879475"/>
          <p14:tracePt t="104706" x="9105900" y="860425"/>
          <p14:tracePt t="104712" x="9105900" y="835025"/>
          <p14:tracePt t="104719" x="9105900" y="803275"/>
          <p14:tracePt t="104726" x="9086850" y="777875"/>
          <p14:tracePt t="104733" x="9061450" y="746125"/>
          <p14:tracePt t="104740" x="9036050" y="714375"/>
          <p14:tracePt t="104747" x="9004300" y="682625"/>
          <p14:tracePt t="104754" x="8940800" y="650875"/>
          <p14:tracePt t="104761" x="8882063" y="617538"/>
          <p14:tracePt t="104768" x="8812213" y="598488"/>
          <p14:tracePt t="104775" x="8729663" y="579438"/>
          <p14:tracePt t="104782" x="8672513" y="573088"/>
          <p14:tracePt t="104789" x="8596313" y="560388"/>
          <p14:tracePt t="104796" x="8475663" y="547688"/>
          <p14:tracePt t="104803" x="8334375" y="547688"/>
          <p14:tracePt t="104810" x="8201025" y="547688"/>
          <p14:tracePt t="104817" x="8074025" y="547688"/>
          <p14:tracePt t="104824" x="7900988" y="547688"/>
          <p14:tracePt t="104831" x="7748588" y="547688"/>
          <p14:tracePt t="104837" x="7653338" y="547688"/>
          <p14:tracePt t="104845" x="7583488" y="560388"/>
          <p14:tracePt t="104852" x="7524750" y="566738"/>
          <p14:tracePt t="104859" x="7473950" y="573088"/>
          <p14:tracePt t="104866" x="7410450" y="579438"/>
          <p14:tracePt t="104873" x="7359650" y="592138"/>
          <p14:tracePt t="104880" x="7308850" y="604838"/>
          <p14:tracePt t="104887" x="7264400" y="611188"/>
          <p14:tracePt t="104894" x="7207250" y="623888"/>
          <p14:tracePt t="104900" x="7156450" y="636588"/>
          <p14:tracePt t="104907" x="7099300" y="650875"/>
          <p14:tracePt t="104914" x="7008813" y="669925"/>
          <p14:tracePt t="104921" x="6900863" y="695325"/>
          <p14:tracePt t="104928" x="6799263" y="720725"/>
          <p14:tracePt t="104936" x="6710363" y="739775"/>
          <p14:tracePt t="104942" x="6640513" y="771525"/>
          <p14:tracePt t="104949" x="6575425" y="796925"/>
          <p14:tracePt t="104956" x="6505575" y="841375"/>
          <p14:tracePt t="104963" x="6442075" y="873125"/>
          <p14:tracePt t="104970" x="6397625" y="904875"/>
          <p14:tracePt t="104977" x="6353175" y="936625"/>
          <p14:tracePt t="104984" x="6321425" y="955675"/>
          <p14:tracePt t="104991" x="6289675" y="981075"/>
          <p14:tracePt t="104998" x="6270625" y="993775"/>
          <p14:tracePt t="105005" x="6257925" y="1006475"/>
          <p14:tracePt t="105012" x="6238875" y="1019175"/>
          <p14:tracePt t="105019" x="6232525" y="1025525"/>
          <p14:tracePt t="105026" x="6219825" y="1038225"/>
          <p14:tracePt t="105033" x="6207125" y="1044575"/>
          <p14:tracePt t="105040" x="6194425" y="1057275"/>
          <p14:tracePt t="105047" x="6175375" y="1084263"/>
          <p14:tracePt t="105054" x="6161088" y="1103313"/>
          <p14:tracePt t="105061" x="6135688" y="1135063"/>
          <p14:tracePt t="105068" x="6116638" y="1173163"/>
          <p14:tracePt t="105075" x="6097588" y="1211263"/>
          <p14:tracePt t="105082" x="6078538" y="1243013"/>
          <p14:tracePt t="105089" x="6065838" y="1268413"/>
          <p14:tracePt t="105096" x="6065838" y="1287463"/>
          <p14:tracePt t="105103" x="6053138" y="1312863"/>
          <p14:tracePt t="105110" x="6046788" y="1331913"/>
          <p14:tracePt t="105117" x="6046788" y="1344613"/>
          <p14:tracePt t="105124" x="6040438" y="1370013"/>
          <p14:tracePt t="105131" x="6040438" y="1401763"/>
          <p14:tracePt t="105138" x="6040438" y="1446213"/>
          <p14:tracePt t="105145" x="6040438" y="1511300"/>
          <p14:tracePt t="105152" x="6059488" y="1568450"/>
          <p14:tracePt t="105159" x="6078538" y="1631950"/>
          <p14:tracePt t="105166" x="6103938" y="1682750"/>
          <p14:tracePt t="105173" x="6129338" y="1739900"/>
          <p14:tracePt t="105179" x="6161088" y="1803400"/>
          <p14:tracePt t="105186" x="6200775" y="1873250"/>
          <p14:tracePt t="105194" x="6245225" y="1951038"/>
          <p14:tracePt t="105201" x="6289675" y="2027238"/>
          <p14:tracePt t="105207" x="6346825" y="2090738"/>
          <p14:tracePt t="105215" x="6410325" y="2147888"/>
          <p14:tracePt t="105222" x="6486525" y="2192338"/>
          <p14:tracePt t="105228" x="6550025" y="2243138"/>
          <p14:tracePt t="105236" x="6619875" y="2293938"/>
          <p14:tracePt t="105242" x="6704013" y="2344738"/>
          <p14:tracePt t="105249" x="6792913" y="2378075"/>
          <p14:tracePt t="105256" x="6913563" y="2416175"/>
          <p14:tracePt t="105264" x="7008813" y="2422525"/>
          <p14:tracePt t="105270" x="7112000" y="2422525"/>
          <p14:tracePt t="105278" x="7264400" y="2390775"/>
          <p14:tracePt t="105285" x="7454900" y="2344738"/>
          <p14:tracePt t="105291" x="7646988" y="2281238"/>
          <p14:tracePt t="105298" x="7824788" y="2217738"/>
          <p14:tracePt t="105305" x="8016875" y="2141538"/>
          <p14:tracePt t="105312" x="8194675" y="2071688"/>
          <p14:tracePt t="105319" x="8366125" y="1976438"/>
          <p14:tracePt t="105327" x="8558213" y="1841500"/>
          <p14:tracePt t="105333" x="8704263" y="1714500"/>
          <p14:tracePt t="105340" x="8875713" y="1581150"/>
          <p14:tracePt t="105347" x="8997950" y="1465263"/>
          <p14:tracePt t="105355" x="9105900" y="1338263"/>
          <p14:tracePt t="105473" x="9036050" y="165100"/>
          <p14:tracePt t="105480" x="8953500" y="139700"/>
          <p14:tracePt t="105487" x="8863013" y="127000"/>
          <p14:tracePt t="105494" x="8761413" y="127000"/>
          <p14:tracePt t="105501" x="8609013" y="127000"/>
          <p14:tracePt t="105507" x="8462963" y="127000"/>
          <p14:tracePt t="105514" x="8296275" y="146050"/>
          <p14:tracePt t="105522" x="8080375" y="184150"/>
          <p14:tracePt t="105529" x="7875588" y="223838"/>
          <p14:tracePt t="105535" x="7678738" y="268288"/>
          <p14:tracePt t="105543" x="7486650" y="319088"/>
          <p14:tracePt t="105550" x="7308850" y="382588"/>
          <p14:tracePt t="105557" x="7143750" y="452438"/>
          <p14:tracePt t="105564" x="7015163" y="509588"/>
          <p14:tracePt t="105570" x="6900863" y="560388"/>
          <p14:tracePt t="105578" x="6792913" y="611188"/>
          <p14:tracePt t="105584" x="6691313" y="663575"/>
          <p14:tracePt t="105591" x="6613525" y="727075"/>
          <p14:tracePt t="105598" x="6537325" y="796925"/>
          <p14:tracePt t="105605" x="6480175" y="866775"/>
          <p14:tracePt t="105614" x="6429375" y="930275"/>
          <p14:tracePt t="105619" x="6397625" y="981075"/>
          <p14:tracePt t="105626" x="6372225" y="1019175"/>
          <p14:tracePt t="105633" x="6346825" y="1050925"/>
          <p14:tracePt t="105642" x="6334125" y="1077913"/>
          <p14:tracePt t="105647" x="6321425" y="1109663"/>
          <p14:tracePt t="105654" x="6308725" y="1135063"/>
          <p14:tracePt t="105662" x="6302375" y="1173163"/>
          <p14:tracePt t="105668" x="6296025" y="1217613"/>
          <p14:tracePt t="105675" x="6296025" y="1268413"/>
          <p14:tracePt t="105682" x="6315075" y="1319213"/>
          <p14:tracePt t="105689" x="6327775" y="1370013"/>
          <p14:tracePt t="105696" x="6353175" y="1433513"/>
          <p14:tracePt t="105703" x="6391275" y="1511300"/>
          <p14:tracePt t="105710" x="6435725" y="1619250"/>
          <p14:tracePt t="105717" x="6499225" y="1695450"/>
          <p14:tracePt t="105724" x="6575425" y="1765300"/>
          <p14:tracePt t="105731" x="6640513" y="1809750"/>
          <p14:tracePt t="105738" x="6704013" y="1854200"/>
          <p14:tracePt t="105745" x="6748463" y="1879600"/>
          <p14:tracePt t="105752" x="6786563" y="1911350"/>
          <p14:tracePt t="105759" x="6818313" y="1924050"/>
          <p14:tracePt t="105766" x="6850063" y="1938338"/>
          <p14:tracePt t="105773" x="6894513" y="1951038"/>
          <p14:tracePt t="105780" x="6951663" y="1963738"/>
          <p14:tracePt t="105787" x="7027863" y="1963738"/>
          <p14:tracePt t="105793" x="7105650" y="1963738"/>
          <p14:tracePt t="105801" x="7188200" y="1957388"/>
          <p14:tracePt t="105808" x="7283450" y="1931988"/>
          <p14:tracePt t="105814" x="7372350" y="1911350"/>
          <p14:tracePt t="105822" x="7461250" y="1873250"/>
          <p14:tracePt t="105829" x="7537450" y="1835150"/>
          <p14:tracePt t="105835" x="7615238" y="1797050"/>
          <p14:tracePt t="105843" x="7678738" y="1739900"/>
          <p14:tracePt t="105850" x="7742238" y="1663700"/>
          <p14:tracePt t="105856" x="7805738" y="1587500"/>
          <p14:tracePt t="105865" x="7862888" y="1524000"/>
          <p14:tracePt t="105870" x="7913688" y="1439863"/>
          <p14:tracePt t="105878" x="7970838" y="1338263"/>
          <p14:tracePt t="105885" x="8023225" y="1223963"/>
          <p14:tracePt t="105891" x="8067675" y="1116013"/>
          <p14:tracePt t="105898" x="8086725" y="1044575"/>
          <p14:tracePt t="105906" x="8099425" y="993775"/>
          <p14:tracePt t="105912" x="8099425" y="942975"/>
          <p14:tracePt t="105919" x="8099425" y="898525"/>
          <p14:tracePt t="105927" x="8093075" y="860425"/>
          <p14:tracePt t="105933" x="8086725" y="835025"/>
          <p14:tracePt t="105940" x="8067675" y="809625"/>
          <p14:tracePt t="105948" x="8042275" y="790575"/>
          <p14:tracePt t="105954" x="8023225" y="771525"/>
          <p14:tracePt t="105961" x="7996238" y="752475"/>
          <p14:tracePt t="105968" x="7977188" y="733425"/>
          <p14:tracePt t="105975" x="7945438" y="720725"/>
          <p14:tracePt t="105982" x="7900988" y="708025"/>
          <p14:tracePt t="105989" x="7831138" y="688975"/>
          <p14:tracePt t="105996" x="7704138" y="669925"/>
          <p14:tracePt t="106003" x="7454900" y="663575"/>
          <p14:tracePt t="106010" x="7175500" y="650875"/>
          <p14:tracePt t="106017" x="6932613" y="657225"/>
          <p14:tracePt t="106024" x="6716713" y="676275"/>
          <p14:tracePt t="106031" x="6530975" y="714375"/>
          <p14:tracePt t="106038" x="6353175" y="790575"/>
          <p14:tracePt t="106045" x="6200775" y="873125"/>
          <p14:tracePt t="106052" x="6059488" y="962025"/>
          <p14:tracePt t="106059" x="5945188" y="1031875"/>
          <p14:tracePt t="106066" x="5856288" y="1090613"/>
          <p14:tracePt t="106073" x="5767388" y="1166813"/>
          <p14:tracePt t="106080" x="5664200" y="1262063"/>
          <p14:tracePt t="106087" x="5581650" y="1382713"/>
          <p14:tracePt t="106094" x="5511800" y="1490663"/>
          <p14:tracePt t="106100" x="5467350" y="1562100"/>
          <p14:tracePt t="106108" x="5435600" y="1619250"/>
          <p14:tracePt t="106115" x="5403850" y="1676400"/>
          <p14:tracePt t="106122" x="5384800" y="1746250"/>
          <p14:tracePt t="106129" x="5372100" y="1809750"/>
          <p14:tracePt t="106137" x="5365750" y="1866900"/>
          <p14:tracePt t="106143" x="5365750" y="1911350"/>
          <p14:tracePt t="106150" x="5365750" y="1938338"/>
          <p14:tracePt t="106157" x="5378450" y="1976438"/>
          <p14:tracePt t="106164" x="5397500" y="2014538"/>
          <p14:tracePt t="106171" x="5435600" y="2071688"/>
          <p14:tracePt t="106177" x="5505450" y="2154238"/>
          <p14:tracePt t="106185" x="5638800" y="2274888"/>
          <p14:tracePt t="106192" x="5773738" y="2351088"/>
          <p14:tracePt t="106198" x="5888038" y="2416175"/>
          <p14:tracePt t="106205" x="6015038" y="2460625"/>
          <p14:tracePt t="106213" x="6129338" y="2486025"/>
          <p14:tracePt t="106219" x="6219825" y="2492375"/>
          <p14:tracePt t="106227" x="6302375" y="2492375"/>
          <p14:tracePt t="106233" x="6384925" y="2492375"/>
          <p14:tracePt t="106240" x="6499225" y="2466975"/>
          <p14:tracePt t="106247" x="6640513" y="2422525"/>
          <p14:tracePt t="106255" x="6792913" y="2338388"/>
          <p14:tracePt t="106261" x="6945313" y="2249488"/>
          <p14:tracePt t="106268" x="7085013" y="2147888"/>
          <p14:tracePt t="106275" x="7219950" y="2071688"/>
          <p14:tracePt t="106282" x="7359650" y="1970088"/>
          <p14:tracePt t="106290" x="7454900" y="1873250"/>
          <p14:tracePt t="106296" x="7545388" y="1752600"/>
          <p14:tracePt t="106304" x="7615238" y="1631950"/>
          <p14:tracePt t="106310" x="7666038" y="1530350"/>
          <p14:tracePt t="106317" x="7697788" y="1427163"/>
          <p14:tracePt t="106324" x="7716838" y="1281113"/>
          <p14:tracePt t="106331" x="7716838" y="1154113"/>
          <p14:tracePt t="106338" x="7697788" y="1063625"/>
          <p14:tracePt t="106346" x="7685088" y="1012825"/>
          <p14:tracePt t="106353" x="7666038" y="974725"/>
          <p14:tracePt t="106359" x="7646988" y="955675"/>
          <p14:tracePt t="106366" x="7621588" y="930275"/>
          <p14:tracePt t="106373" x="7583488" y="904875"/>
          <p14:tracePt t="106380" x="7531100" y="885825"/>
          <p14:tracePt t="106387" x="7473950" y="873125"/>
          <p14:tracePt t="106394" x="7404100" y="847725"/>
          <p14:tracePt t="106401" x="7327900" y="835025"/>
          <p14:tracePt t="106408" x="7239000" y="828675"/>
          <p14:tracePt t="106415" x="7112000" y="828675"/>
          <p14:tracePt t="106422" x="6964363" y="835025"/>
          <p14:tracePt t="106429" x="6811963" y="860425"/>
          <p14:tracePt t="106436" x="6678613" y="898525"/>
          <p14:tracePt t="106443" x="6518275" y="949325"/>
          <p14:tracePt t="106450" x="6359525" y="993775"/>
          <p14:tracePt t="106457" x="6232525" y="1063625"/>
          <p14:tracePt t="106464" x="6103938" y="1147763"/>
          <p14:tracePt t="106471" x="5970588" y="1281113"/>
          <p14:tracePt t="106478" x="5856288" y="1408113"/>
          <p14:tracePt t="106485" x="5767388" y="1504950"/>
          <p14:tracePt t="106492" x="5702300" y="1593850"/>
          <p14:tracePt t="106499" x="5651500" y="1695450"/>
          <p14:tracePt t="106506" x="5594350" y="1822450"/>
          <p14:tracePt t="106513" x="5562600" y="1931988"/>
          <p14:tracePt t="106519" x="5543550" y="2001838"/>
          <p14:tracePt t="106526" x="5530850" y="2058988"/>
          <p14:tracePt t="106534" x="5530850" y="2128838"/>
          <p14:tracePt t="106542" x="5530850" y="2211388"/>
          <p14:tracePt t="106547" x="5543550" y="2287588"/>
          <p14:tracePt t="106555" x="5562600" y="2351088"/>
          <p14:tracePt t="106562" x="5594350" y="2390775"/>
          <p14:tracePt t="106569" x="5638800" y="2435225"/>
          <p14:tracePt t="106576" x="5702300" y="2486025"/>
          <p14:tracePt t="106583" x="5786438" y="2536825"/>
          <p14:tracePt t="106590" x="5900738" y="2600325"/>
          <p14:tracePt t="106597" x="6059488" y="2663825"/>
          <p14:tracePt t="106603" x="6232525" y="2701925"/>
          <p14:tracePt t="106610" x="6416675" y="2733675"/>
          <p14:tracePt t="106617" x="6588125" y="2733675"/>
          <p14:tracePt t="106624" x="6773863" y="2708275"/>
          <p14:tracePt t="106632" x="6907213" y="2682875"/>
          <p14:tracePt t="106638" x="7078663" y="2632075"/>
          <p14:tracePt t="106646" x="7226300" y="2581275"/>
          <p14:tracePt t="106653" x="7385050" y="2511425"/>
          <p14:tracePt t="106659" x="7551738" y="2441575"/>
          <p14:tracePt t="106666" x="7704138" y="2338388"/>
          <p14:tracePt t="106673" x="7850188" y="2211388"/>
          <p14:tracePt t="106681" x="7964488" y="2097088"/>
          <p14:tracePt t="106687" x="8080375" y="1995488"/>
          <p14:tracePt t="106694" x="8181975" y="1879600"/>
          <p14:tracePt t="106701" x="8270875" y="1739900"/>
          <p14:tracePt t="106708" x="8340725" y="1593850"/>
          <p14:tracePt t="106716" x="8385175" y="1465263"/>
          <p14:tracePt t="106722" x="8410575" y="1363663"/>
          <p14:tracePt t="106730" x="8410575" y="1281113"/>
          <p14:tracePt t="106736" x="8410575" y="1179513"/>
          <p14:tracePt t="106743" x="8385175" y="1077913"/>
          <p14:tracePt t="106750" x="8359775" y="1000125"/>
          <p14:tracePt t="106757" x="8308975" y="949325"/>
          <p14:tracePt t="106764" x="8245475" y="898525"/>
          <p14:tracePt t="106771" x="8175625" y="847725"/>
          <p14:tracePt t="106778" x="8105775" y="803275"/>
          <p14:tracePt t="106785" x="8010525" y="765175"/>
          <p14:tracePt t="106792" x="7894638" y="746125"/>
          <p14:tracePt t="106798" x="7767638" y="733425"/>
          <p14:tracePt t="106805" x="7640638" y="739775"/>
          <p14:tracePt t="106812" x="7486650" y="765175"/>
          <p14:tracePt t="106820" x="7302500" y="803275"/>
          <p14:tracePt t="106826" x="7124700" y="866775"/>
          <p14:tracePt t="106833" x="6983413" y="917575"/>
          <p14:tracePt t="106841" x="6831013" y="993775"/>
          <p14:tracePt t="106847" x="6665913" y="1090613"/>
          <p14:tracePt t="106854" x="6518275" y="1217613"/>
          <p14:tracePt t="106861" x="6372225" y="1350963"/>
          <p14:tracePt t="106869" x="6257925" y="1458913"/>
          <p14:tracePt t="106875" x="6142038" y="1574800"/>
          <p14:tracePt t="106882" x="6027738" y="1733550"/>
          <p14:tracePt t="106889" x="5926138" y="1917700"/>
          <p14:tracePt t="106896" x="5862638" y="2065338"/>
          <p14:tracePt t="106903" x="5824538" y="2217738"/>
          <p14:tracePt t="106910" x="5799138" y="2397125"/>
          <p14:tracePt t="106917" x="5799138" y="2555875"/>
          <p14:tracePt t="106924" x="5824538" y="2689225"/>
          <p14:tracePt t="106931" x="5862638" y="2843213"/>
          <p14:tracePt t="106938" x="5919788" y="3021013"/>
          <p14:tracePt t="106945" x="5995988" y="3141663"/>
          <p14:tracePt t="106952" x="6116638" y="3314700"/>
          <p14:tracePt t="106960" x="6238875" y="3505200"/>
          <p14:tracePt t="106966" x="6378575" y="3652838"/>
          <p14:tracePt t="106973" x="6505575" y="3760788"/>
          <p14:tracePt t="106980" x="6665913" y="3830638"/>
          <p14:tracePt t="106987" x="6856413" y="3875088"/>
          <p14:tracePt t="106994" x="7002463" y="3894138"/>
          <p14:tracePt t="107001" x="7162800" y="3900488"/>
          <p14:tracePt t="107008" x="7340600" y="3900488"/>
          <p14:tracePt t="107022" x="7704138" y="3792538"/>
          <p14:tracePt t="107029" x="7907338" y="3671888"/>
          <p14:tracePt t="107036" x="8112125" y="3467100"/>
          <p14:tracePt t="107043" x="8308975" y="3295650"/>
          <p14:tracePt t="107050" x="8462963" y="3109913"/>
          <p14:tracePt t="107057" x="8609013" y="2932113"/>
          <p14:tracePt t="107064" x="8723313" y="2771775"/>
          <p14:tracePt t="107071" x="8818563" y="2619375"/>
          <p14:tracePt t="107077" x="8882063" y="2416175"/>
          <p14:tracePt t="107085" x="8928100" y="2224088"/>
          <p14:tracePt t="107092" x="8934450" y="2046288"/>
          <p14:tracePt t="107099" x="8934450" y="1822450"/>
          <p14:tracePt t="107106" x="8901113" y="1638300"/>
          <p14:tracePt t="107113" x="8863013" y="1477963"/>
          <p14:tracePt t="107120" x="8831263" y="1376363"/>
          <p14:tracePt t="107127" x="8786813" y="1268413"/>
          <p14:tracePt t="107135" x="8716963" y="1160463"/>
          <p14:tracePt t="107141" x="8609013" y="1069975"/>
          <p14:tracePt t="107148" x="8501063" y="987425"/>
          <p14:tracePt t="107155" x="8353425" y="917575"/>
          <p14:tracePt t="107162" x="8175625" y="866775"/>
          <p14:tracePt t="107169" x="7977188" y="835025"/>
          <p14:tracePt t="107175" x="7748588" y="828675"/>
          <p14:tracePt t="107183" x="7454900" y="815975"/>
          <p14:tracePt t="107189" x="7137400" y="822325"/>
          <p14:tracePt t="107197" x="6811963" y="835025"/>
          <p14:tracePt t="107203" x="6473825" y="854075"/>
          <p14:tracePt t="107210" x="6142038" y="892175"/>
          <p14:tracePt t="107217" x="5818188" y="968375"/>
          <p14:tracePt t="107225" x="5549900" y="1090613"/>
          <p14:tracePt t="107231" x="5276850" y="1262063"/>
          <p14:tracePt t="107238" x="5046663" y="1433513"/>
          <p14:tracePt t="107245" x="4868863" y="1574800"/>
          <p14:tracePt t="107252" x="4702175" y="1758950"/>
          <p14:tracePt t="107259" x="4549775" y="1970088"/>
          <p14:tracePt t="107266" x="4435475" y="2128838"/>
          <p14:tracePt t="107273" x="4325938" y="2300288"/>
          <p14:tracePt t="107280" x="4256088" y="2460625"/>
          <p14:tracePt t="107288" x="4205288" y="2606675"/>
          <p14:tracePt t="107294" x="4186238" y="2708275"/>
          <p14:tracePt t="107301" x="4173538" y="2784475"/>
          <p14:tracePt t="107308" x="4173538" y="2843213"/>
          <p14:tracePt t="107315" x="4198938" y="2913063"/>
          <p14:tracePt t="107322" x="4237038" y="2982913"/>
          <p14:tracePt t="107329" x="4281488" y="3052763"/>
          <p14:tracePt t="107336" x="4338638" y="3109913"/>
          <p14:tracePt t="107343" x="4410075" y="3154363"/>
          <p14:tracePt t="107350" x="4505325" y="3205163"/>
          <p14:tracePt t="107357" x="4619625" y="3263900"/>
          <p14:tracePt t="107364" x="4721225" y="3282950"/>
          <p14:tracePt t="107371" x="4818063" y="3302000"/>
          <p14:tracePt t="107378" x="4938713" y="3302000"/>
          <p14:tracePt t="107385" x="5059363" y="3270250"/>
          <p14:tracePt t="107392" x="5205413" y="3225800"/>
          <p14:tracePt t="107399" x="5346700" y="3173413"/>
          <p14:tracePt t="107406" x="5524500" y="3103563"/>
          <p14:tracePt t="107413" x="5708650" y="3008313"/>
          <p14:tracePt t="107420" x="5881688" y="2900363"/>
          <p14:tracePt t="107427" x="6021388" y="2784475"/>
          <p14:tracePt t="107434" x="6148388" y="2701925"/>
          <p14:tracePt t="107441" x="6245225" y="2600325"/>
          <p14:tracePt t="107447" x="6327775" y="2479675"/>
          <p14:tracePt t="107455" x="6416675" y="2338388"/>
          <p14:tracePt t="107462" x="6486525" y="2211388"/>
          <p14:tracePt t="107469" x="6511925" y="2116138"/>
          <p14:tracePt t="107476" x="6550025" y="1995488"/>
          <p14:tracePt t="107483" x="6556375" y="1885950"/>
          <p14:tracePt t="107489" x="6562725" y="1797050"/>
          <p14:tracePt t="107496" x="6562725" y="1714500"/>
          <p14:tracePt t="107504" x="6537325" y="1663700"/>
          <p14:tracePt t="107510" x="6505575" y="1593850"/>
          <p14:tracePt t="107517" x="6454775" y="1511300"/>
          <p14:tracePt t="107524" x="6372225" y="1401763"/>
          <p14:tracePt t="107531" x="6296025" y="1319213"/>
          <p14:tracePt t="107538" x="6167438" y="1223963"/>
          <p14:tracePt t="107545" x="5989638" y="1160463"/>
          <p14:tracePt t="107552" x="5837238" y="1116013"/>
          <p14:tracePt t="107560" x="5716588" y="1090613"/>
          <p14:tracePt t="107567" x="5568950" y="1077913"/>
          <p14:tracePt t="107573" x="5416550" y="1077913"/>
          <p14:tracePt t="107581" x="5270500" y="1084263"/>
          <p14:tracePt t="107587" x="5154613" y="1096963"/>
          <p14:tracePt t="107595" x="5021263" y="1135063"/>
          <p14:tracePt t="107601" x="4862513" y="1192213"/>
          <p14:tracePt t="107608" x="4721225" y="1281113"/>
          <p14:tracePt t="107618" x="4594225" y="1376363"/>
          <p14:tracePt t="107623" x="4486275" y="1484313"/>
          <p14:tracePt t="107629" x="4403725" y="1555750"/>
          <p14:tracePt t="107636" x="4338638" y="1619250"/>
          <p14:tracePt t="107643" x="4281488" y="1689100"/>
          <p14:tracePt t="107651" x="4230688" y="1803400"/>
          <p14:tracePt t="107657" x="4173538" y="1931988"/>
          <p14:tracePt t="107665" x="4141788" y="2027238"/>
          <p14:tracePt t="107671" x="4135438" y="2090738"/>
          <p14:tracePt t="107678" x="4135438" y="2179638"/>
          <p14:tracePt t="107685" x="4135438" y="2281238"/>
          <p14:tracePt t="107692" x="4160838" y="2384425"/>
          <p14:tracePt t="107699" x="4198938" y="2454275"/>
          <p14:tracePt t="107705" x="4230688" y="2517775"/>
          <p14:tracePt t="107714" x="4275138" y="2574925"/>
          <p14:tracePt t="107721" x="4313238" y="2638425"/>
          <p14:tracePt t="107727" x="4371975" y="2695575"/>
          <p14:tracePt t="107734" x="4435475" y="2740025"/>
          <p14:tracePt t="107741" x="4498975" y="2778125"/>
          <p14:tracePt t="107748" x="4600575" y="2817813"/>
          <p14:tracePt t="107755" x="4721225" y="2849563"/>
          <p14:tracePt t="107762" x="4868863" y="2862263"/>
          <p14:tracePt t="107769" x="5059363" y="2862263"/>
          <p14:tracePt t="107776" x="5256213" y="2836863"/>
          <p14:tracePt t="107783" x="5461000" y="2778125"/>
          <p14:tracePt t="107791" x="5657850" y="2695575"/>
          <p14:tracePt t="107798" x="5862638" y="2606675"/>
          <p14:tracePt t="107804" x="6027738" y="2524125"/>
          <p14:tracePt t="107810" x="6161088" y="2435225"/>
          <p14:tracePt t="107818" x="6296025" y="2312988"/>
          <p14:tracePt t="107825" x="6429375" y="2179638"/>
          <p14:tracePt t="107832" x="6524625" y="2039938"/>
          <p14:tracePt t="107839" x="6626225" y="1938338"/>
          <p14:tracePt t="107845" x="6678613" y="1854200"/>
          <p14:tracePt t="107853" x="6735763" y="1739900"/>
          <p14:tracePt t="107860" x="6754813" y="1638300"/>
          <p14:tracePt t="107867" x="6786563" y="1562100"/>
          <p14:tracePt t="107873" x="6792913" y="1490663"/>
          <p14:tracePt t="107881" x="6792913" y="1458913"/>
          <p14:tracePt t="107887" x="6792913" y="1433513"/>
          <p14:tracePt t="107894" x="6792913" y="1414463"/>
          <p14:tracePt t="107902" x="6786563" y="1401763"/>
          <p14:tracePt t="107908" x="6786563" y="1395413"/>
          <p14:tracePt t="107915" x="6780213" y="1389063"/>
          <p14:tracePt t="107930" x="6773863" y="1389063"/>
          <p14:tracePt t="107936" x="6767513" y="1389063"/>
          <p14:tracePt t="107943" x="6761163" y="1389063"/>
          <p14:tracePt t="107951" x="6742113" y="1389063"/>
          <p14:tracePt t="107957" x="6716713" y="1389063"/>
          <p14:tracePt t="107964" x="6678613" y="1401763"/>
          <p14:tracePt t="107971" x="6619875" y="1427163"/>
          <p14:tracePt t="107978" x="6550025" y="1452563"/>
          <p14:tracePt t="107985" x="6467475" y="1504950"/>
          <p14:tracePt t="107992" x="6372225" y="1581150"/>
          <p14:tracePt t="107999" x="6289675" y="1663700"/>
          <p14:tracePt t="108005" x="6238875" y="1733550"/>
          <p14:tracePt t="108013" x="6207125" y="1803400"/>
          <p14:tracePt t="108020" x="6188075" y="1885950"/>
          <p14:tracePt t="108026" x="6181725" y="1963738"/>
          <p14:tracePt t="108033" x="6167438" y="2020888"/>
          <p14:tracePt t="108984" x="6142038" y="2033588"/>
          <p14:tracePt t="108991" x="6097588" y="2065338"/>
          <p14:tracePt t="108997" x="6027738" y="2103438"/>
          <p14:tracePt t="109004" x="5919788" y="2141538"/>
          <p14:tracePt t="109011" x="5780088" y="2185988"/>
          <p14:tracePt t="109018" x="5638800" y="2236788"/>
          <p14:tracePt t="109025" x="5537200" y="2255838"/>
          <p14:tracePt t="109032" x="5467350" y="2281238"/>
          <p14:tracePt t="109039" x="5403850" y="2300288"/>
          <p14:tracePt t="109046" x="5353050" y="2312988"/>
          <p14:tracePt t="109053" x="5308600" y="2325688"/>
          <p14:tracePt t="109060" x="5276850" y="2332038"/>
          <p14:tracePt t="109067" x="5237163" y="2332038"/>
          <p14:tracePt t="109074" x="5199063" y="2332038"/>
          <p14:tracePt t="109082" x="5173663" y="2325688"/>
          <p14:tracePt t="109088" x="5148263" y="2312988"/>
          <p14:tracePt t="109095" x="5110163" y="2293938"/>
          <p14:tracePt t="109102" x="5084763" y="2274888"/>
          <p14:tracePt t="109108" x="5059363" y="2243138"/>
          <p14:tracePt t="109116" x="5040313" y="2205038"/>
          <p14:tracePt t="109122" x="5027613" y="2160588"/>
          <p14:tracePt t="109130" x="5021263" y="2122488"/>
          <p14:tracePt t="109137" x="5021263" y="2084388"/>
          <p14:tracePt t="109144" x="5021263" y="2033588"/>
          <p14:tracePt t="109150" x="5027613" y="1976438"/>
          <p14:tracePt t="109158" x="5065713" y="1905000"/>
          <p14:tracePt t="109164" x="5129213" y="1809750"/>
          <p14:tracePt t="109171" x="5211763" y="1701800"/>
          <p14:tracePt t="109178" x="5314950" y="1587500"/>
          <p14:tracePt t="109185" x="5403850" y="1477963"/>
          <p14:tracePt t="109192" x="5486400" y="1370013"/>
          <p14:tracePt t="109199" x="5581650" y="1262063"/>
          <p14:tracePt t="109206" x="5708650" y="1128713"/>
          <p14:tracePt t="109213" x="5843588" y="1019175"/>
          <p14:tracePt t="109220" x="5919788" y="949325"/>
          <p14:tracePt t="109227" x="5976938" y="892175"/>
          <p14:tracePt t="109234" x="6015038" y="860425"/>
          <p14:tracePt t="109241" x="6040438" y="841375"/>
          <p14:tracePt t="109248" x="6072188" y="822325"/>
          <p14:tracePt t="109255" x="6084888" y="822325"/>
          <p14:tracePt t="109262" x="6103938" y="815975"/>
          <p14:tracePt t="109269" x="6110288" y="809625"/>
          <p14:tracePt t="109276" x="6116638" y="809625"/>
          <p14:tracePt t="109283" x="6122988" y="809625"/>
          <p14:tracePt t="109290" x="6129338" y="809625"/>
          <p14:tracePt t="109297" x="6135688" y="815975"/>
          <p14:tracePt t="109304" x="6154738" y="828675"/>
          <p14:tracePt t="109311" x="6167438" y="841375"/>
          <p14:tracePt t="109318" x="6181725" y="854075"/>
          <p14:tracePt t="109325" x="6194425" y="866775"/>
          <p14:tracePt t="119446" x="6194425" y="904875"/>
          <p14:tracePt t="119451" x="6194425" y="955675"/>
          <p14:tracePt t="119457" x="6181725" y="1000125"/>
          <p14:tracePt t="119465" x="6175375" y="1038225"/>
          <p14:tracePt t="119471" x="6161088" y="1063625"/>
          <p14:tracePt t="119478" x="6154738" y="1096963"/>
          <p14:tracePt t="119487" x="6148388" y="1109663"/>
          <p14:tracePt t="119493" x="6142038" y="1122363"/>
          <p14:tracePt t="119499" x="6135688" y="1135063"/>
          <p14:tracePt t="119507" x="6129338" y="1160463"/>
          <p14:tracePt t="119514" x="6122988" y="1173163"/>
          <p14:tracePt t="119520" x="6110288" y="1198563"/>
          <p14:tracePt t="119529" x="6097588" y="1236663"/>
          <p14:tracePt t="119535" x="6078538" y="1287463"/>
          <p14:tracePt t="119543" x="6053138" y="1363663"/>
          <p14:tracePt t="119549" x="6008688" y="1471613"/>
          <p14:tracePt t="119556" x="5951538" y="1612900"/>
          <p14:tracePt t="119563" x="5913438" y="1720850"/>
          <p14:tracePt t="119570" x="5875338" y="1816100"/>
          <p14:tracePt t="119578" x="5843588" y="1879600"/>
          <p14:tracePt t="119584" x="5824538" y="1931988"/>
          <p14:tracePt t="119591" x="5805488" y="1970088"/>
          <p14:tracePt t="119597" x="5792788" y="2008188"/>
          <p14:tracePt t="119604" x="5780088" y="2027238"/>
          <p14:tracePt t="119613" x="5773738" y="2052638"/>
          <p14:tracePt t="119619" x="5767388" y="2071688"/>
          <p14:tracePt t="119625" x="5754688" y="2097088"/>
          <p14:tracePt t="119632" x="5741988" y="2135188"/>
          <p14:tracePt t="119639" x="5722938" y="2179638"/>
          <p14:tracePt t="119646" x="5702300" y="2236788"/>
          <p14:tracePt t="119653" x="5683250" y="2287588"/>
          <p14:tracePt t="119660" x="5657850" y="2338388"/>
          <p14:tracePt t="119667" x="5626100" y="2403475"/>
          <p14:tracePt t="119674" x="5600700" y="2473325"/>
          <p14:tracePt t="119681" x="5575300" y="2536825"/>
          <p14:tracePt t="119688" x="5556250" y="2581275"/>
          <p14:tracePt t="119695" x="5537200" y="2625725"/>
          <p14:tracePt t="119702" x="5524500" y="2657475"/>
          <p14:tracePt t="119709" x="5505450" y="2676525"/>
          <p14:tracePt t="119716" x="5492750" y="2701925"/>
          <p14:tracePt t="119722" x="5486400" y="2714625"/>
          <p14:tracePt t="119729" x="5473700" y="2733675"/>
          <p14:tracePt t="119737" x="5461000" y="2746375"/>
          <p14:tracePt t="119744" x="5448300" y="2771775"/>
          <p14:tracePt t="119750" x="5429250" y="2792413"/>
          <p14:tracePt t="119757" x="5416550" y="2805113"/>
          <p14:tracePt t="119764" x="5410200" y="2830513"/>
          <p14:tracePt t="119771" x="5397500" y="2843213"/>
          <p14:tracePt t="119779" x="5384800" y="2862263"/>
          <p14:tracePt t="119785" x="5365750" y="2887663"/>
          <p14:tracePt t="119792" x="5346700" y="2913063"/>
          <p14:tracePt t="119799" x="5327650" y="2944813"/>
          <p14:tracePt t="119806" x="5302250" y="2976563"/>
          <p14:tracePt t="119813" x="5270500" y="3008313"/>
          <p14:tracePt t="119821" x="5243513" y="3027363"/>
          <p14:tracePt t="119827" x="5211763" y="3052763"/>
          <p14:tracePt t="119834" x="5192713" y="3071813"/>
          <p14:tracePt t="119841" x="5173663" y="3084513"/>
          <p14:tracePt t="119848" x="5154613" y="3090863"/>
          <p14:tracePt t="119855" x="5148263" y="3097213"/>
          <p14:tracePt t="119862" x="5135563" y="3103563"/>
          <p14:tracePt t="119869" x="5129213" y="3109913"/>
          <p14:tracePt t="119876" x="5122863" y="3109913"/>
          <p14:tracePt t="119883" x="5116513" y="3109913"/>
          <p14:tracePt t="119897" x="5110163" y="3116263"/>
          <p14:tracePt t="119926" x="5103813" y="3116263"/>
          <p14:tracePt t="123527" x="5141913" y="3109913"/>
          <p14:tracePt t="123533" x="5211763" y="3078163"/>
          <p14:tracePt t="123540" x="5289550" y="3059113"/>
          <p14:tracePt t="123547" x="5359400" y="3033713"/>
          <p14:tracePt t="123554" x="5422900" y="3001963"/>
          <p14:tracePt t="123561" x="5499100" y="2970213"/>
          <p14:tracePt t="123568" x="5575300" y="2932113"/>
          <p14:tracePt t="123575" x="5683250" y="2881313"/>
          <p14:tracePt t="123582" x="5761038" y="2849563"/>
          <p14:tracePt t="123589" x="5843588" y="2805113"/>
          <p14:tracePt t="123596" x="5919788" y="2765425"/>
          <p14:tracePt t="123602" x="5989638" y="2746375"/>
          <p14:tracePt t="123610" x="6053138" y="2727325"/>
          <p14:tracePt t="123617" x="6110288" y="2708275"/>
          <p14:tracePt t="123623" x="6154738" y="2695575"/>
          <p14:tracePt t="123631" x="6188075" y="2682875"/>
          <p14:tracePt t="123637" x="6207125" y="2676525"/>
          <p14:tracePt t="123644" x="6219825" y="2670175"/>
          <p14:tracePt t="123651" x="6232525" y="2663825"/>
          <p14:tracePt t="123659" x="6245225" y="2663825"/>
          <p14:tracePt t="123665" x="6251575" y="2663825"/>
          <p14:tracePt t="123672" x="6257925" y="2663825"/>
          <p14:tracePt t="123679" x="6270625" y="2663825"/>
          <p14:tracePt t="123686" x="6270625" y="2657475"/>
          <p14:tracePt t="123694" x="6276975" y="2657475"/>
          <p14:tracePt t="123701" x="6283325" y="2657475"/>
          <p14:tracePt t="123708" x="6289675" y="2657475"/>
          <p14:tracePt t="123714" x="6296025" y="2657475"/>
          <p14:tracePt t="123721" x="6308725" y="2657475"/>
          <p14:tracePt t="123728" x="6315075" y="2657475"/>
          <p14:tracePt t="123735" x="6321425" y="2657475"/>
          <p14:tracePt t="123742" x="6334125" y="2657475"/>
          <p14:tracePt t="123757" x="6340475" y="2657475"/>
          <p14:tracePt t="123763" x="6353175" y="2657475"/>
          <p14:tracePt t="123771" x="6359525" y="2657475"/>
          <p14:tracePt t="136894" x="6359525" y="2663825"/>
          <p14:tracePt t="136899" x="6359525" y="2670175"/>
          <p14:tracePt t="136907" x="6359525" y="2676525"/>
          <p14:tracePt t="136912" x="6353175" y="2682875"/>
          <p14:tracePt t="136920" x="6340475" y="2695575"/>
          <p14:tracePt t="136926" x="6340475" y="2714625"/>
          <p14:tracePt t="136933" x="6327775" y="2733675"/>
          <p14:tracePt t="136940" x="6321425" y="2752725"/>
          <p14:tracePt t="136947" x="6308725" y="2784475"/>
          <p14:tracePt t="136954" x="6296025" y="2805113"/>
          <p14:tracePt t="136961" x="6276975" y="2836863"/>
          <p14:tracePt t="136968" x="6270625" y="2849563"/>
          <p14:tracePt t="136975" x="6257925" y="2868613"/>
          <p14:tracePt t="136981" x="6245225" y="2894013"/>
          <p14:tracePt t="136989" x="6232525" y="2913063"/>
          <p14:tracePt t="136995" x="6213475" y="2932113"/>
          <p14:tracePt t="137002" x="6200775" y="2951163"/>
          <p14:tracePt t="137009" x="6181725" y="2970213"/>
          <p14:tracePt t="137020" x="6167438" y="2995613"/>
          <p14:tracePt t="137022" x="6148388" y="3021013"/>
          <p14:tracePt t="137029" x="6122988" y="3046413"/>
          <p14:tracePt t="137036" x="6110288" y="3065463"/>
          <p14:tracePt t="137043" x="6091238" y="3090863"/>
          <p14:tracePt t="137050" x="6078538" y="3109913"/>
          <p14:tracePt t="137057" x="6065838" y="3128963"/>
          <p14:tracePt t="137064" x="6053138" y="3141663"/>
          <p14:tracePt t="137071" x="6040438" y="3154363"/>
          <p14:tracePt t="137077" x="6027738" y="3167063"/>
          <p14:tracePt t="137085" x="6021388" y="3173413"/>
          <p14:tracePt t="137092" x="6008688" y="3179763"/>
          <p14:tracePt t="137099" x="6008688" y="3186113"/>
          <p14:tracePt t="137106" x="5995988" y="3192463"/>
          <p14:tracePt t="137113" x="5989638" y="3192463"/>
          <p14:tracePt t="137119" x="5983288" y="3198813"/>
          <p14:tracePt t="137127" x="5976938" y="3205163"/>
          <p14:tracePt t="137134" x="5970588" y="3205163"/>
          <p14:tracePt t="137143" x="5957888" y="3211513"/>
          <p14:tracePt t="137147" x="5951538" y="3219450"/>
          <p14:tracePt t="137156" x="5945188" y="3219450"/>
          <p14:tracePt t="137162" x="5932488" y="3219450"/>
          <p14:tracePt t="137168" x="5919788" y="3225800"/>
          <p14:tracePt t="137176" x="5913438" y="3232150"/>
          <p14:tracePt t="137183" x="5900738" y="3232150"/>
          <p14:tracePt t="137190" x="5888038" y="3232150"/>
          <p14:tracePt t="137197" x="5868988" y="3232150"/>
          <p14:tracePt t="137204" x="5849938" y="3232150"/>
          <p14:tracePt t="137211" x="5830888" y="3238500"/>
          <p14:tracePt t="137218" x="5818188" y="3238500"/>
          <p14:tracePt t="137225" x="5799138" y="3244850"/>
          <p14:tracePt t="137232" x="5786438" y="3244850"/>
          <p14:tracePt t="137239" x="5780088" y="3244850"/>
          <p14:tracePt t="137245" x="5767388" y="3244850"/>
          <p14:tracePt t="137253" x="5754688" y="3244850"/>
          <p14:tracePt t="137260" x="5748338" y="3244850"/>
          <p14:tracePt t="137267" x="5741988" y="3244850"/>
          <p14:tracePt t="137273" x="5729288" y="3244850"/>
          <p14:tracePt t="137281" x="5716588" y="3244850"/>
          <p14:tracePt t="137287" x="5708650" y="3244850"/>
          <p14:tracePt t="137294" x="5702300" y="3244850"/>
          <p14:tracePt t="137301" x="5689600" y="3244850"/>
          <p14:tracePt t="137308" x="5683250" y="3244850"/>
          <p14:tracePt t="137315" x="5676900" y="3244850"/>
          <p14:tracePt t="137322" x="5670550" y="3244850"/>
          <p14:tracePt t="137329" x="5664200" y="3238500"/>
          <p14:tracePt t="137336" x="5657850" y="3238500"/>
          <p14:tracePt t="137343" x="5651500" y="3232150"/>
          <p14:tracePt t="137350" x="5645150" y="3232150"/>
          <p14:tracePt t="137357" x="5632450" y="3225800"/>
          <p14:tracePt t="137364" x="5632450" y="3219450"/>
          <p14:tracePt t="137371" x="5626100" y="3219450"/>
          <p14:tracePt t="137378" x="5613400" y="3211513"/>
          <p14:tracePt t="137385" x="5607050" y="3205163"/>
          <p14:tracePt t="137392" x="5600700" y="3198813"/>
          <p14:tracePt t="137399" x="5594350" y="3192463"/>
          <p14:tracePt t="137406" x="5588000" y="3186113"/>
          <p14:tracePt t="137412" x="5581650" y="3179763"/>
          <p14:tracePt t="137427" x="5575300" y="3173413"/>
          <p14:tracePt t="137434" x="5575300" y="3167063"/>
          <p14:tracePt t="137441" x="5575300" y="3160713"/>
          <p14:tracePt t="137456" x="5568950" y="3154363"/>
          <p14:tracePt t="137469" x="5568950" y="3148013"/>
          <p14:tracePt t="137483" x="5568950" y="3141663"/>
          <p14:tracePt t="137490" x="5568950" y="3135313"/>
          <p14:tracePt t="137504" x="5568950" y="3128963"/>
          <p14:tracePt t="137518" x="5568950" y="3122613"/>
          <p14:tracePt t="137525" x="5575300" y="3122613"/>
          <p14:tracePt t="137539" x="5581650" y="3116263"/>
          <p14:tracePt t="137545" x="5588000" y="3109913"/>
          <p14:tracePt t="137560" x="5594350" y="3103563"/>
          <p14:tracePt t="137581" x="5600700" y="3097213"/>
          <p14:tracePt t="137594" x="5607050" y="3090863"/>
          <p14:tracePt t="137602" x="5613400" y="3084513"/>
          <p14:tracePt t="137616" x="5613400" y="3078163"/>
          <p14:tracePt t="137622" x="5619750" y="3078163"/>
          <p14:tracePt t="137629" x="5626100" y="3078163"/>
          <p14:tracePt t="137636" x="5626100" y="3071813"/>
          <p14:tracePt t="137643" x="5632450" y="3071813"/>
          <p14:tracePt t="137652" x="5638800" y="3071813"/>
          <p14:tracePt t="137658" x="5645150" y="3065463"/>
          <p14:tracePt t="137671" x="5657850" y="3059113"/>
          <p14:tracePt t="137685" x="5664200" y="3059113"/>
          <p14:tracePt t="137707" x="5670550" y="3052763"/>
          <p14:tracePt t="137721" x="5676900" y="3052763"/>
          <p14:tracePt t="137727" x="5683250" y="3052763"/>
          <p14:tracePt t="137764" x="5689600" y="3052763"/>
          <p14:tracePt t="137791" x="5695950" y="3052763"/>
          <p14:tracePt t="137881" x="5695950" y="3059113"/>
          <p14:tracePt t="137902" x="5695950" y="3065463"/>
          <p14:tracePt t="137980" x="5695950" y="3071813"/>
          <p14:tracePt t="138028" x="5695950" y="3078163"/>
          <p14:tracePt t="138071" x="5695950" y="3084513"/>
          <p14:tracePt t="138091" x="5695950" y="3090863"/>
          <p14:tracePt t="138133" x="5689600" y="3090863"/>
          <p14:tracePt t="138169" x="5683250" y="3090863"/>
          <p14:tracePt t="138225" x="5683250" y="3084513"/>
          <p14:tracePt t="138372" x="5683250" y="3078163"/>
          <p14:tracePt t="139082" x="5683250" y="3084513"/>
          <p14:tracePt t="139088" x="5683250" y="3103563"/>
          <p14:tracePt t="139095" x="5683250" y="3122613"/>
          <p14:tracePt t="139102" x="5683250" y="3141663"/>
          <p14:tracePt t="139109" x="5683250" y="3160713"/>
          <p14:tracePt t="139115" x="5676900" y="3179763"/>
          <p14:tracePt t="139123" x="5670550" y="3192463"/>
          <p14:tracePt t="139132" x="5664200" y="3205163"/>
          <p14:tracePt t="139137" x="5664200" y="3211513"/>
          <p14:tracePt t="139144" x="5664200" y="3219450"/>
          <p14:tracePt t="139158" x="5657850" y="3232150"/>
          <p14:tracePt t="139172" x="5657850" y="3238500"/>
          <p14:tracePt t="139186" x="5651500" y="3244850"/>
          <p14:tracePt t="139194" x="5645150" y="3244850"/>
          <p14:tracePt t="139206" x="5638800" y="3244850"/>
          <p14:tracePt t="139213" x="5638800" y="3251200"/>
          <p14:tracePt t="139228" x="5632450" y="3257550"/>
          <p14:tracePt t="139263" x="5626100" y="3257550"/>
          <p14:tracePt t="139276" x="5619750" y="3257550"/>
          <p14:tracePt t="139298" x="5613400" y="3257550"/>
          <p14:tracePt t="139311" x="5607050" y="3257550"/>
          <p14:tracePt t="139326" x="5607050" y="3251200"/>
          <p14:tracePt t="139332" x="5600700" y="3251200"/>
          <p14:tracePt t="139339" x="5594350" y="3251200"/>
          <p14:tracePt t="139353" x="5588000" y="3251200"/>
          <p14:tracePt t="139360" x="5581650" y="3251200"/>
          <p14:tracePt t="139367" x="5581650" y="3244850"/>
          <p14:tracePt t="139374" x="5568950" y="3244850"/>
          <p14:tracePt t="139388" x="5562600" y="3244850"/>
          <p14:tracePt t="139395" x="5549900" y="3244850"/>
          <p14:tracePt t="139402" x="5543550" y="3238500"/>
          <p14:tracePt t="139409" x="5537200" y="3238500"/>
          <p14:tracePt t="139416" x="5524500" y="3232150"/>
          <p14:tracePt t="139430" x="5511800" y="3232150"/>
          <p14:tracePt t="139437" x="5505450" y="3225800"/>
          <p14:tracePt t="139451" x="5492750" y="3219450"/>
          <p14:tracePt t="139458" x="5486400" y="3219450"/>
          <p14:tracePt t="139465" x="5480050" y="3211513"/>
          <p14:tracePt t="139479" x="5473700" y="3205163"/>
          <p14:tracePt t="139493" x="5467350" y="3198813"/>
          <p14:tracePt t="139515" x="5461000" y="3198813"/>
          <p14:tracePt t="139521" x="5461000" y="3192463"/>
          <p14:tracePt t="139535" x="5461000" y="3186113"/>
          <p14:tracePt t="139571" x="5461000" y="3179763"/>
          <p14:tracePt t="139605" x="5461000" y="3173413"/>
          <p14:tracePt t="139633" x="5467350" y="3167063"/>
          <p14:tracePt t="139831" x="5473700" y="3167063"/>
          <p14:tracePt t="139858" x="5480050" y="3167063"/>
          <p14:tracePt t="139863" x="5486400" y="3167063"/>
          <p14:tracePt t="139871" x="5492750" y="3167063"/>
          <p14:tracePt t="139877" x="5499100" y="3167063"/>
          <p14:tracePt t="139884" x="5511800" y="3167063"/>
          <p14:tracePt t="139890" x="5530850" y="3167063"/>
          <p14:tracePt t="139897" x="5549900" y="3167063"/>
          <p14:tracePt t="139905" x="5575300" y="3167063"/>
          <p14:tracePt t="139911" x="5613400" y="3167063"/>
          <p14:tracePt t="139918" x="5638800" y="3167063"/>
          <p14:tracePt t="139925" x="5670550" y="3167063"/>
          <p14:tracePt t="139932" x="5695950" y="3167063"/>
          <p14:tracePt t="139939" x="5716588" y="3167063"/>
          <p14:tracePt t="139946" x="5735638" y="3167063"/>
          <p14:tracePt t="139953" x="5741988" y="3167063"/>
          <p14:tracePt t="139960" x="5748338" y="3167063"/>
          <p14:tracePt t="139967" x="5754688" y="3167063"/>
          <p14:tracePt t="139974" x="5761038" y="3167063"/>
          <p14:tracePt t="139981" x="5767388" y="3167063"/>
          <p14:tracePt t="139988" x="5773738" y="3167063"/>
          <p14:tracePt t="140009" x="5780088" y="3167063"/>
          <p14:tracePt t="140038" x="5786438" y="3167063"/>
          <p14:tracePt t="140124" x="5792788" y="3167063"/>
          <p14:tracePt t="140164" x="5799138" y="3167063"/>
          <p14:tracePt t="140192" x="5805488" y="3167063"/>
          <p14:tracePt t="140205" x="5811838" y="3167063"/>
          <p14:tracePt t="140218" x="5818188" y="3167063"/>
          <p14:tracePt t="140233" x="5824538" y="3167063"/>
          <p14:tracePt t="140239" x="5830888" y="3167063"/>
          <p14:tracePt t="140254" x="5837238" y="3167063"/>
          <p14:tracePt t="140260" x="5843588" y="3167063"/>
          <p14:tracePt t="140267" x="5856288" y="3167063"/>
          <p14:tracePt t="140282" x="5862638" y="3167063"/>
          <p14:tracePt t="140288" x="5875338" y="3167063"/>
          <p14:tracePt t="140296" x="5875338" y="3173413"/>
          <p14:tracePt t="140302" x="5888038" y="3173413"/>
          <p14:tracePt t="140310" x="5894388" y="3179763"/>
          <p14:tracePt t="140317" x="5900738" y="3179763"/>
          <p14:tracePt t="140323" x="5907088" y="3179763"/>
          <p14:tracePt t="140330" x="5919788" y="3179763"/>
          <p14:tracePt t="140337" x="5926138" y="3186113"/>
          <p14:tracePt t="140344" x="5932488" y="3186113"/>
          <p14:tracePt t="140351" x="5938838" y="3192463"/>
          <p14:tracePt t="140357" x="5945188" y="3192463"/>
          <p14:tracePt t="140365" x="5951538" y="3192463"/>
          <p14:tracePt t="140372" x="5957888" y="3192463"/>
          <p14:tracePt t="140379" x="5964238" y="3198813"/>
          <p14:tracePt t="140386" x="5970588" y="3198813"/>
          <p14:tracePt t="140400" x="5983288" y="3198813"/>
          <p14:tracePt t="140407" x="5983288" y="3205163"/>
          <p14:tracePt t="140414" x="5989638" y="3211513"/>
          <p14:tracePt t="140427" x="5995988" y="3211513"/>
          <p14:tracePt t="140435" x="5995988" y="3219450"/>
          <p14:tracePt t="140442" x="6002338" y="3219450"/>
          <p14:tracePt t="140449" x="6008688" y="3219450"/>
          <p14:tracePt t="140455" x="6008688" y="3225800"/>
          <p14:tracePt t="140470" x="6015038" y="3225800"/>
          <p14:tracePt t="140484" x="6015038" y="3232150"/>
          <p14:tracePt t="140498" x="6021388" y="3238500"/>
          <p14:tracePt t="140526" x="6027738" y="3238500"/>
          <p14:tracePt t="140533" x="6027738" y="3244850"/>
          <p14:tracePt t="147969" x="6059488" y="3244850"/>
          <p14:tracePt t="147975" x="6103938" y="3238500"/>
          <p14:tracePt t="147981" x="6161088" y="3225800"/>
          <p14:tracePt t="147988" x="6207125" y="3219450"/>
          <p14:tracePt t="147994" x="6251575" y="3205163"/>
          <p14:tracePt t="148002" x="6283325" y="3205163"/>
          <p14:tracePt t="148009" x="6308725" y="3198813"/>
          <p14:tracePt t="148016" x="6340475" y="3192463"/>
          <p14:tracePt t="148022" x="6359525" y="3192463"/>
          <p14:tracePt t="148029" x="6391275" y="3186113"/>
          <p14:tracePt t="148036" x="6423025" y="3186113"/>
          <p14:tracePt t="148043" x="6467475" y="3186113"/>
          <p14:tracePt t="148050" x="6518275" y="3186113"/>
          <p14:tracePt t="148057" x="6575425" y="3186113"/>
          <p14:tracePt t="148064" x="6640513" y="3186113"/>
          <p14:tracePt t="148071" x="6691313" y="3186113"/>
          <p14:tracePt t="148080" x="6723063" y="3186113"/>
          <p14:tracePt t="148085" x="6761163" y="3192463"/>
          <p14:tracePt t="148092" x="6792913" y="3198813"/>
          <p14:tracePt t="148099" x="6824663" y="3205163"/>
          <p14:tracePt t="148106" x="6850063" y="3219450"/>
          <p14:tracePt t="148113" x="6881813" y="3219450"/>
          <p14:tracePt t="148120" x="6907213" y="3225800"/>
          <p14:tracePt t="148127" x="6932613" y="3232150"/>
          <p14:tracePt t="148134" x="6958013" y="3244850"/>
          <p14:tracePt t="148142" x="6983413" y="3244850"/>
          <p14:tracePt t="148148" x="7008813" y="3263900"/>
          <p14:tracePt t="148155" x="7040563" y="3270250"/>
          <p14:tracePt t="148161" x="7059613" y="3289300"/>
          <p14:tracePt t="148169" x="7092950" y="3308350"/>
          <p14:tracePt t="148176" x="7105650" y="3314700"/>
          <p14:tracePt t="148183" x="7124700" y="3333750"/>
          <p14:tracePt t="148190" x="7137400" y="3340100"/>
          <p14:tracePt t="148196" x="7150100" y="3352800"/>
          <p14:tracePt t="148203" x="7162800" y="3359150"/>
          <p14:tracePt t="148210" x="7169150" y="3365500"/>
          <p14:tracePt t="148217" x="7175500" y="3365500"/>
          <p14:tracePt t="148224" x="7181850" y="3371850"/>
          <p14:tracePt t="148231" x="7181850" y="3378200"/>
          <p14:tracePt t="148238" x="7194550" y="3378200"/>
          <p14:tracePt t="148246" x="7194550" y="3384550"/>
          <p14:tracePt t="148252" x="7200900" y="3384550"/>
          <p14:tracePt t="148259" x="7200900" y="3390900"/>
          <p14:tracePt t="148266" x="7207250" y="3390900"/>
          <p14:tracePt t="148288" x="7213600" y="3397250"/>
          <p14:tracePt t="148302" x="7213600" y="3403600"/>
          <p14:tracePt t="148308" x="7219950" y="3403600"/>
          <p14:tracePt t="148402" x="7213600" y="3403600"/>
          <p14:tracePt t="148428" x="7207250" y="3403600"/>
          <p14:tracePt t="148465" x="7200900" y="3403600"/>
          <p14:tracePt t="148498" x="7194550" y="3403600"/>
          <p14:tracePt t="148511" x="7188200" y="3403600"/>
          <p14:tracePt t="148528" x="7188200" y="3409950"/>
          <p14:tracePt t="148532" x="7181850" y="3409950"/>
          <p14:tracePt t="148546" x="7175500" y="3409950"/>
          <p14:tracePt t="148559" x="7169150" y="3409950"/>
          <p14:tracePt t="148566" x="7162800" y="3409950"/>
          <p14:tracePt t="148573" x="7156450" y="3409950"/>
          <p14:tracePt t="148580" x="7156450" y="3416300"/>
          <p14:tracePt t="148587" x="7150100" y="3416300"/>
          <p14:tracePt t="148602" x="7137400" y="3416300"/>
          <p14:tracePt t="148608" x="7131050" y="3416300"/>
          <p14:tracePt t="148615" x="7124700" y="3416300"/>
          <p14:tracePt t="148621" x="7112000" y="3416300"/>
          <p14:tracePt t="148629" x="7105650" y="3422650"/>
          <p14:tracePt t="148636" x="7099300" y="3422650"/>
          <p14:tracePt t="148643" x="7092950" y="3422650"/>
          <p14:tracePt t="148650" x="7078663" y="3429000"/>
          <p14:tracePt t="148657" x="7072313" y="3429000"/>
          <p14:tracePt t="148664" x="7065963" y="3429000"/>
          <p14:tracePt t="148671" x="7059613" y="3429000"/>
          <p14:tracePt t="148685" x="7046913" y="3429000"/>
          <p14:tracePt t="148699" x="7040563" y="3429000"/>
          <p14:tracePt t="148720" x="7034213" y="3429000"/>
          <p14:tracePt t="160186" x="7015163" y="3435350"/>
          <p14:tracePt t="160193" x="6983413" y="3454400"/>
          <p14:tracePt t="160199" x="6938963" y="3486150"/>
          <p14:tracePt t="160206" x="6881813" y="3524250"/>
          <p14:tracePt t="160214" x="6837363" y="3568700"/>
          <p14:tracePt t="160220" x="6780213" y="3600450"/>
          <p14:tracePt t="160227" x="6723063" y="3638550"/>
          <p14:tracePt t="160234" x="6640513" y="3678238"/>
          <p14:tracePt t="160241" x="6562725" y="3716338"/>
          <p14:tracePt t="160248" x="6467475" y="3760788"/>
          <p14:tracePt t="160255" x="6391275" y="3798888"/>
          <p14:tracePt t="160262" x="6327775" y="3824288"/>
          <p14:tracePt t="160269" x="6251575" y="3856038"/>
          <p14:tracePt t="160277" x="6167438" y="3881438"/>
          <p14:tracePt t="160283" x="6097588" y="3913188"/>
          <p14:tracePt t="160290" x="6040438" y="3932238"/>
          <p14:tracePt t="160298" x="5995988" y="3944938"/>
          <p14:tracePt t="160304" x="5957888" y="3957638"/>
          <p14:tracePt t="160311" x="5919788" y="3957638"/>
          <p14:tracePt t="160319" x="5900738" y="3963988"/>
          <p14:tracePt t="160325" x="5875338" y="3963988"/>
          <p14:tracePt t="160331" x="5856288" y="3970338"/>
          <p14:tracePt t="160338" x="5830888" y="3970338"/>
          <p14:tracePt t="160345" x="5805488" y="3970338"/>
          <p14:tracePt t="160352" x="5767388" y="3970338"/>
          <p14:tracePt t="160360" x="5722938" y="3957638"/>
          <p14:tracePt t="160366" x="5676900" y="3938588"/>
          <p14:tracePt t="160373" x="5638800" y="3913188"/>
          <p14:tracePt t="160380" x="5613400" y="3894138"/>
          <p14:tracePt t="160387" x="5594350" y="3875088"/>
          <p14:tracePt t="160394" x="5581650" y="3856038"/>
          <p14:tracePt t="160401" x="5575300" y="3836988"/>
          <p14:tracePt t="160408" x="5562600" y="3817938"/>
          <p14:tracePt t="160415" x="5549900" y="3798888"/>
          <p14:tracePt t="160422" x="5543550" y="3773488"/>
          <p14:tracePt t="160429" x="5530850" y="3729038"/>
          <p14:tracePt t="160436" x="5530850" y="3659188"/>
          <p14:tracePt t="160443" x="5530850" y="3562350"/>
          <p14:tracePt t="160450" x="5530850" y="3492500"/>
          <p14:tracePt t="160457" x="5537200" y="3416300"/>
          <p14:tracePt t="160464" x="5543550" y="3327400"/>
          <p14:tracePt t="160470" x="5556250" y="3257550"/>
          <p14:tracePt t="160477" x="5568950" y="3192463"/>
          <p14:tracePt t="160485" x="5588000" y="3135313"/>
          <p14:tracePt t="160492" x="5607050" y="3090863"/>
          <p14:tracePt t="160499" x="5632450" y="3052763"/>
          <p14:tracePt t="160506" x="5657850" y="3021013"/>
          <p14:tracePt t="160513" x="5695950" y="2982913"/>
          <p14:tracePt t="160520" x="5735638" y="2957513"/>
          <p14:tracePt t="160527" x="5786438" y="2932113"/>
          <p14:tracePt t="160533" x="5818188" y="2913063"/>
          <p14:tracePt t="160541" x="5856288" y="2900363"/>
          <p14:tracePt t="160547" x="5888038" y="2887663"/>
          <p14:tracePt t="160554" x="5932488" y="2881313"/>
          <p14:tracePt t="160562" x="5983288" y="2874963"/>
          <p14:tracePt t="160569" x="6040438" y="2874963"/>
          <p14:tracePt t="160575" x="6116638" y="2874963"/>
          <p14:tracePt t="160582" x="6188075" y="2887663"/>
          <p14:tracePt t="160590" x="6251575" y="2919413"/>
          <p14:tracePt t="160597" x="6302375" y="2944813"/>
          <p14:tracePt t="160604" x="6353175" y="2976563"/>
          <p14:tracePt t="160610" x="6397625" y="3033713"/>
          <p14:tracePt t="160617" x="6448425" y="3097213"/>
          <p14:tracePt t="160624" x="6499225" y="3167063"/>
          <p14:tracePt t="160631" x="6543675" y="3238500"/>
          <p14:tracePt t="160639" x="6581775" y="3333750"/>
          <p14:tracePt t="160645" x="6613525" y="3409950"/>
          <p14:tracePt t="160653" x="6646863" y="3511550"/>
          <p14:tracePt t="160659" x="6665913" y="3594100"/>
          <p14:tracePt t="160666" x="6684963" y="3684588"/>
          <p14:tracePt t="160673" x="6697663" y="3741738"/>
          <p14:tracePt t="160680" x="6697663" y="3811588"/>
          <p14:tracePt t="160687" x="6697663" y="3868738"/>
          <p14:tracePt t="160694" x="6691313" y="3919538"/>
          <p14:tracePt t="160701" x="6665913" y="3976688"/>
          <p14:tracePt t="160708" x="6640513" y="4021138"/>
          <p14:tracePt t="160715" x="6613525" y="4065588"/>
          <p14:tracePt t="160722" x="6575425" y="4105275"/>
          <p14:tracePt t="160730" x="6537325" y="4143375"/>
          <p14:tracePt t="160736" x="6499225" y="4168775"/>
          <p14:tracePt t="160743" x="6461125" y="4194175"/>
          <p14:tracePt t="160750" x="6423025" y="4213225"/>
          <p14:tracePt t="160757" x="6384925" y="4219575"/>
          <p14:tracePt t="160764" x="6365875" y="4232275"/>
          <p14:tracePt t="160771" x="6353175" y="4238625"/>
          <p14:tracePt t="160778" x="6334125" y="4244975"/>
          <p14:tracePt t="160785" x="6327775" y="4244975"/>
          <p14:tracePt t="160800" x="6321425" y="4244975"/>
          <p14:tracePt t="160806" x="6315075" y="4244975"/>
          <p14:tracePt t="160813" x="6315075" y="4238625"/>
          <p14:tracePt t="160827" x="6315075" y="4232275"/>
          <p14:tracePt t="160834" x="6315075" y="4194175"/>
          <p14:tracePt t="160841" x="6321425" y="4130675"/>
          <p14:tracePt t="160848" x="6334125" y="4033838"/>
          <p14:tracePt t="160855" x="6359525" y="3932238"/>
          <p14:tracePt t="160861" x="6378575" y="3862388"/>
          <p14:tracePt t="160869" x="6391275" y="3811588"/>
          <p14:tracePt t="160876" x="6403975" y="3779838"/>
          <p14:tracePt t="160883" x="6416675" y="3748088"/>
          <p14:tracePt t="160889" x="6429375" y="3729038"/>
          <p14:tracePt t="160897" x="6442075" y="3716338"/>
          <p14:tracePt t="160904" x="6461125" y="3690938"/>
          <p14:tracePt t="160910" x="6486525" y="3678238"/>
          <p14:tracePt t="160918" x="6524625" y="3652838"/>
          <p14:tracePt t="160925" x="6562725" y="3632200"/>
          <p14:tracePt t="160931" x="6613525" y="3613150"/>
          <p14:tracePt t="160938" x="6659563" y="3594100"/>
          <p14:tracePt t="160946" x="6704013" y="3587750"/>
          <p14:tracePt t="160952" x="6742113" y="3581400"/>
          <p14:tracePt t="160959" x="6786563" y="3575050"/>
          <p14:tracePt t="160967" x="6824663" y="3575050"/>
          <p14:tracePt t="160973" x="6869113" y="3575050"/>
          <p14:tracePt t="160980" x="6919913" y="3575050"/>
          <p14:tracePt t="160987" x="6964363" y="3587750"/>
          <p14:tracePt t="160994" x="7008813" y="3606800"/>
          <p14:tracePt t="161001" x="7046913" y="3625850"/>
          <p14:tracePt t="161008" x="7072313" y="3638550"/>
          <p14:tracePt t="161015" x="7099300" y="3659188"/>
          <p14:tracePt t="161023" x="7118350" y="3671888"/>
          <p14:tracePt t="161030" x="7137400" y="3690938"/>
          <p14:tracePt t="161036" x="7156450" y="3716338"/>
          <p14:tracePt t="161043" x="7169150" y="3729038"/>
          <p14:tracePt t="161050" x="7181850" y="3741738"/>
          <p14:tracePt t="161057" x="7194550" y="3760788"/>
          <p14:tracePt t="161065" x="7200900" y="3786188"/>
          <p14:tracePt t="161072" x="7207250" y="3811588"/>
          <p14:tracePt t="161078" x="7207250" y="3830638"/>
          <p14:tracePt t="161086" x="7207250" y="3856038"/>
          <p14:tracePt t="161092" x="7207250" y="3868738"/>
          <p14:tracePt t="161099" x="7207250" y="3887788"/>
          <p14:tracePt t="161106" x="7207250" y="3900488"/>
          <p14:tracePt t="161113" x="7200900" y="3913188"/>
          <p14:tracePt t="161120" x="7200900" y="3925888"/>
          <p14:tracePt t="161127" x="7188200" y="3938588"/>
          <p14:tracePt t="161134" x="7175500" y="3951288"/>
          <p14:tracePt t="161142" x="7162800" y="3957638"/>
          <p14:tracePt t="161148" x="7137400" y="3970338"/>
          <p14:tracePt t="161155" x="7112000" y="3970338"/>
          <p14:tracePt t="161162" x="7065963" y="3976688"/>
          <p14:tracePt t="161169" x="6996113" y="3976688"/>
          <p14:tracePt t="161176" x="6932613" y="3957638"/>
          <p14:tracePt t="161183" x="6869113" y="3925888"/>
          <p14:tracePt t="161190" x="6805613" y="3894138"/>
          <p14:tracePt t="161197" x="6761163" y="3862388"/>
          <p14:tracePt t="161205" x="6716713" y="3830638"/>
          <p14:tracePt t="161211" x="6691313" y="3805238"/>
          <p14:tracePt t="161217" x="6672263" y="3792538"/>
          <p14:tracePt t="161226" x="6659563" y="3773488"/>
          <p14:tracePt t="161232" x="6653213" y="3760788"/>
          <p14:tracePt t="161238" x="6640513" y="3754438"/>
          <p14:tracePt t="161246" x="6634163" y="3741738"/>
          <p14:tracePt t="161253" x="6634163" y="3735388"/>
          <p14:tracePt t="161260" x="6634163" y="3722688"/>
          <p14:tracePt t="161267" x="6626225" y="3716338"/>
          <p14:tracePt t="161274" x="6626225" y="3697288"/>
          <p14:tracePt t="161281" x="6626225" y="3671888"/>
          <p14:tracePt t="161287" x="6634163" y="3646488"/>
          <p14:tracePt t="161296" x="6646863" y="3594100"/>
          <p14:tracePt t="161302" x="6665913" y="3549650"/>
          <p14:tracePt t="161309" x="6678613" y="3505200"/>
          <p14:tracePt t="161316" x="6697663" y="3467100"/>
          <p14:tracePt t="161323" x="6716713" y="3429000"/>
          <p14:tracePt t="161330" x="6723063" y="3409950"/>
          <p14:tracePt t="161336" x="6735763" y="3384550"/>
          <p14:tracePt t="161344" x="6748463" y="3371850"/>
          <p14:tracePt t="161351" x="6754813" y="3359150"/>
          <p14:tracePt t="161358" x="6767513" y="3346450"/>
          <p14:tracePt t="161364" x="6780213" y="3346450"/>
          <p14:tracePt t="161371" x="6786563" y="3333750"/>
          <p14:tracePt t="161378" x="6792913" y="3333750"/>
          <p14:tracePt t="161386" x="6811963" y="3327400"/>
          <p14:tracePt t="161392" x="6818313" y="3327400"/>
          <p14:tracePt t="161399" x="6831013" y="3327400"/>
          <p14:tracePt t="161406" x="6843713" y="3327400"/>
          <p14:tracePt t="161413" x="6856413" y="3327400"/>
          <p14:tracePt t="161420" x="6875463" y="3327400"/>
          <p14:tracePt t="161427" x="6900863" y="3340100"/>
          <p14:tracePt t="161435" x="6926263" y="3359150"/>
          <p14:tracePt t="161442" x="6951663" y="3390900"/>
          <p14:tracePt t="161448" x="6977063" y="3435350"/>
          <p14:tracePt t="161455" x="7008813" y="3505200"/>
          <p14:tracePt t="161462" x="7015163" y="3562350"/>
          <p14:tracePt t="161469" x="7021513" y="3625850"/>
          <p14:tracePt t="161477" x="7021513" y="3684588"/>
          <p14:tracePt t="161483" x="7015163" y="3735388"/>
          <p14:tracePt t="161490" x="7002463" y="3773488"/>
          <p14:tracePt t="161497" x="6983413" y="3811588"/>
          <p14:tracePt t="161504" x="6964363" y="3843338"/>
          <p14:tracePt t="161511" x="6932613" y="3875088"/>
          <p14:tracePt t="161517" x="6913563" y="3887788"/>
          <p14:tracePt t="161524" x="6894513" y="3913188"/>
          <p14:tracePt t="161531" x="6875463" y="3925888"/>
          <p14:tracePt t="161538" x="6856413" y="3938588"/>
          <p14:tracePt t="161546" x="6837363" y="3944938"/>
          <p14:tracePt t="161553" x="6824663" y="3951288"/>
          <p14:tracePt t="161560" x="6799263" y="3951288"/>
          <p14:tracePt t="161566" x="6754813" y="3951288"/>
          <p14:tracePt t="161574" x="6684963" y="3938588"/>
          <p14:tracePt t="161580" x="6594475" y="3894138"/>
          <p14:tracePt t="161587" x="6511925" y="3843338"/>
          <p14:tracePt t="161594" x="6467475" y="3811588"/>
          <p14:tracePt t="161601" x="6435725" y="3786188"/>
          <p14:tracePt t="161608" x="6416675" y="3767138"/>
          <p14:tracePt t="161615" x="6410325" y="3748088"/>
          <p14:tracePt t="161622" x="6397625" y="3716338"/>
          <p14:tracePt t="161629" x="6397625" y="3671888"/>
          <p14:tracePt t="161636" x="6397625" y="3619500"/>
          <p14:tracePt t="161643" x="6397625" y="3556000"/>
          <p14:tracePt t="161650" x="6410325" y="3498850"/>
          <p14:tracePt t="161658" x="6435725" y="3448050"/>
          <p14:tracePt t="161664" x="6473825" y="3384550"/>
          <p14:tracePt t="161671" x="6511925" y="3327400"/>
          <p14:tracePt t="161678" x="6562725" y="3276600"/>
          <p14:tracePt t="161685" x="6619875" y="3211513"/>
          <p14:tracePt t="161692" x="6665913" y="3154363"/>
          <p14:tracePt t="161699" x="6723063" y="3109913"/>
          <p14:tracePt t="161706" x="6754813" y="3078163"/>
          <p14:tracePt t="161713" x="6792913" y="3059113"/>
          <p14:tracePt t="161720" x="6818313" y="3046413"/>
          <p14:tracePt t="161727" x="6850063" y="3040063"/>
          <p14:tracePt t="161734" x="6875463" y="3033713"/>
          <p14:tracePt t="161741" x="6900863" y="3027363"/>
          <p14:tracePt t="161748" x="6932613" y="3027363"/>
          <p14:tracePt t="161754" x="6964363" y="3033713"/>
          <p14:tracePt t="161762" x="6989763" y="3040063"/>
          <p14:tracePt t="161769" x="7008813" y="3065463"/>
          <p14:tracePt t="161776" x="7040563" y="3097213"/>
          <p14:tracePt t="161783" x="7078663" y="3154363"/>
          <p14:tracePt t="161790" x="7105650" y="3198813"/>
          <p14:tracePt t="161797" x="7131050" y="3251200"/>
          <p14:tracePt t="161804" x="7150100" y="3314700"/>
          <p14:tracePt t="161811" x="7162800" y="3390900"/>
          <p14:tracePt t="161817" x="7175500" y="3467100"/>
          <p14:tracePt t="161824" x="7175500" y="3543300"/>
          <p14:tracePt t="161832" x="7162800" y="3613150"/>
          <p14:tracePt t="161838" x="7150100" y="3665538"/>
          <p14:tracePt t="161845" x="7131050" y="3709988"/>
          <p14:tracePt t="161854" x="7105650" y="3767138"/>
          <p14:tracePt t="161860" x="7053263" y="3811588"/>
          <p14:tracePt t="161866" x="7002463" y="3868738"/>
          <p14:tracePt t="161874" x="6913563" y="3932238"/>
          <p14:tracePt t="161881" x="6850063" y="3970338"/>
          <p14:tracePt t="161887" x="6792913" y="4002088"/>
          <p14:tracePt t="161895" x="6735763" y="4021138"/>
          <p14:tracePt t="161902" x="6691313" y="4027488"/>
          <p14:tracePt t="161908" x="6659563" y="4027488"/>
          <p14:tracePt t="161916" x="6640513" y="4027488"/>
          <p14:tracePt t="161922" x="6619875" y="4027488"/>
          <p14:tracePt t="161929" x="6613525" y="4021138"/>
          <p14:tracePt t="161936" x="6600825" y="4014788"/>
          <p14:tracePt t="161943" x="6594475" y="4008438"/>
          <p14:tracePt t="161950" x="6581775" y="3983038"/>
          <p14:tracePt t="161957" x="6575425" y="3963988"/>
          <p14:tracePt t="161965" x="6569075" y="3932238"/>
          <p14:tracePt t="161971" x="6569075" y="3887788"/>
          <p14:tracePt t="161979" x="6569075" y="3817938"/>
          <p14:tracePt t="161985" x="6581775" y="3735388"/>
          <p14:tracePt t="161992" x="6613525" y="3606800"/>
          <p14:tracePt t="161999" x="6659563" y="3486150"/>
          <p14:tracePt t="162006" x="6697663" y="3403600"/>
          <p14:tracePt t="162014" x="6729413" y="3333750"/>
          <p14:tracePt t="162020" x="6767513" y="3270250"/>
          <p14:tracePt t="162027" x="6805613" y="3211513"/>
          <p14:tracePt t="162034" x="6856413" y="3154363"/>
          <p14:tracePt t="162041" x="6900863" y="3103563"/>
          <p14:tracePt t="162048" x="6958013" y="3065463"/>
          <p14:tracePt t="162055" x="7008813" y="3033713"/>
          <p14:tracePt t="162062" x="7046913" y="3008313"/>
          <p14:tracePt t="162069" x="7072313" y="3001963"/>
          <p14:tracePt t="162076" x="7099300" y="2995613"/>
          <p14:tracePt t="162083" x="7112000" y="2989263"/>
          <p14:tracePt t="162090" x="7131050" y="2989263"/>
          <p14:tracePt t="162097" x="7150100" y="2989263"/>
          <p14:tracePt t="162104" x="7169150" y="2989263"/>
          <p14:tracePt t="162111" x="7194550" y="3008313"/>
          <p14:tracePt t="162117" x="7232650" y="3021013"/>
          <p14:tracePt t="162125" x="7264400" y="3046413"/>
          <p14:tracePt t="162132" x="7289800" y="3071813"/>
          <p14:tracePt t="162140" x="7334250" y="3122613"/>
          <p14:tracePt t="162146" x="7372350" y="3167063"/>
          <p14:tracePt t="162153" x="7397750" y="3211513"/>
          <p14:tracePt t="162160" x="7423150" y="3270250"/>
          <p14:tracePt t="162167" x="7448550" y="3314700"/>
          <p14:tracePt t="162174" x="7461250" y="3365500"/>
          <p14:tracePt t="162181" x="7467600" y="3435350"/>
          <p14:tracePt t="162187" x="7473950" y="3498850"/>
          <p14:tracePt t="162195" x="7480300" y="3549650"/>
          <p14:tracePt t="162201" x="7480300" y="3587750"/>
          <p14:tracePt t="162208" x="7480300" y="3625850"/>
          <p14:tracePt t="162216" x="7480300" y="3652838"/>
          <p14:tracePt t="162222" x="7480300" y="3684588"/>
          <p14:tracePt t="162230" x="7480300" y="3703638"/>
          <p14:tracePt t="162236" x="7480300" y="3729038"/>
          <p14:tracePt t="162243" x="7480300" y="3760788"/>
          <p14:tracePt t="162250" x="7473950" y="3786188"/>
          <p14:tracePt t="162257" x="7467600" y="3805238"/>
          <p14:tracePt t="162264" x="7467600" y="3817938"/>
          <p14:tracePt t="162271" x="7461250" y="3836988"/>
          <p14:tracePt t="162278" x="7461250" y="3843338"/>
          <p14:tracePt t="162286" x="7454900" y="3843338"/>
          <p14:tracePt t="162292" x="7454900" y="3849688"/>
          <p14:tracePt t="162314" x="7423150" y="3856038"/>
          <p14:tracePt t="173053" x="7410450" y="3862388"/>
          <p14:tracePt t="173059" x="7391400" y="3875088"/>
          <p14:tracePt t="173067" x="7366000" y="3881438"/>
          <p14:tracePt t="173073" x="7346950" y="3894138"/>
          <p14:tracePt t="173080" x="7315200" y="3906838"/>
          <p14:tracePt t="173089" x="7289800" y="3913188"/>
          <p14:tracePt t="173094" x="7251700" y="3932238"/>
          <p14:tracePt t="173102" x="7213600" y="3944938"/>
          <p14:tracePt t="173108" x="7175500" y="3963988"/>
          <p14:tracePt t="173115" x="7143750" y="3983038"/>
          <p14:tracePt t="173122" x="7105650" y="3995738"/>
          <p14:tracePt t="173130" x="7078663" y="4008438"/>
          <p14:tracePt t="173137" x="7053263" y="4021138"/>
          <p14:tracePt t="173143" x="7021513" y="4027488"/>
          <p14:tracePt t="173151" x="6996113" y="4040188"/>
          <p14:tracePt t="173158" x="6970713" y="4059238"/>
          <p14:tracePt t="173167" x="6938963" y="4079875"/>
          <p14:tracePt t="173172" x="6900863" y="4098925"/>
          <p14:tracePt t="173178" x="6862763" y="4117975"/>
          <p14:tracePt t="173185" x="6831013" y="4130675"/>
          <p14:tracePt t="173192" x="6805613" y="4143375"/>
          <p14:tracePt t="173200" x="6780213" y="4149725"/>
          <p14:tracePt t="173207" x="6754813" y="4162425"/>
          <p14:tracePt t="173214" x="6742113" y="4168775"/>
          <p14:tracePt t="173220" x="6723063" y="4175125"/>
          <p14:tracePt t="173226" x="6704013" y="4175125"/>
          <p14:tracePt t="173234" x="6691313" y="4181475"/>
          <p14:tracePt t="173241" x="6678613" y="4187825"/>
          <p14:tracePt t="173249" x="6665913" y="4187825"/>
          <p14:tracePt t="173258" x="6653213" y="4187825"/>
          <p14:tracePt t="173266" x="6634163" y="4187825"/>
          <p14:tracePt t="173269" x="6613525" y="4187825"/>
          <p14:tracePt t="173276" x="6581775" y="4168775"/>
          <p14:tracePt t="173282" x="6537325" y="4143375"/>
          <p14:tracePt t="173290" x="6492875" y="4111625"/>
          <p14:tracePt t="173297" x="6461125" y="4073525"/>
          <p14:tracePt t="173305" x="6442075" y="4046538"/>
          <p14:tracePt t="173311" x="6416675" y="4021138"/>
          <p14:tracePt t="173318" x="6403975" y="4002088"/>
          <p14:tracePt t="173325" x="6391275" y="3989388"/>
          <p14:tracePt t="173332" x="6384925" y="3976688"/>
          <p14:tracePt t="173339" x="6378575" y="3963988"/>
          <p14:tracePt t="173346" x="6372225" y="3957638"/>
          <p14:tracePt t="173353" x="6365875" y="3944938"/>
          <p14:tracePt t="173360" x="6365875" y="3938588"/>
          <p14:tracePt t="173367" x="6365875" y="3932238"/>
          <p14:tracePt t="173373" x="6365875" y="3919538"/>
          <p14:tracePt t="173381" x="6365875" y="3906838"/>
          <p14:tracePt t="173388" x="6365875" y="3875088"/>
          <p14:tracePt t="173395" x="6397625" y="3805238"/>
          <p14:tracePt t="173402" x="6454775" y="3665538"/>
          <p14:tracePt t="173408" x="6569075" y="3479800"/>
          <p14:tracePt t="173415" x="6665913" y="3295650"/>
          <p14:tracePt t="173422" x="6754813" y="3154363"/>
          <p14:tracePt t="173429" x="6811963" y="3071813"/>
          <p14:tracePt t="173436" x="6843713" y="3027363"/>
          <p14:tracePt t="173443" x="6875463" y="3001963"/>
          <p14:tracePt t="173450" x="6888163" y="2982913"/>
          <p14:tracePt t="173457" x="6900863" y="2976563"/>
          <p14:tracePt t="173465" x="6913563" y="2970213"/>
          <p14:tracePt t="173471" x="6919913" y="2970213"/>
          <p14:tracePt t="173478" x="6926263" y="2963863"/>
          <p14:tracePt t="173485" x="6932613" y="2963863"/>
          <p14:tracePt t="173492" x="6951663" y="2963863"/>
          <p14:tracePt t="173499" x="6964363" y="2963863"/>
          <p14:tracePt t="173506" x="6977063" y="2963863"/>
          <p14:tracePt t="173513" x="6989763" y="2963863"/>
          <p14:tracePt t="173520" x="7008813" y="2963863"/>
          <p14:tracePt t="173527" x="7021513" y="2970213"/>
          <p14:tracePt t="173533" x="7040563" y="2976563"/>
          <p14:tracePt t="173541" x="7072313" y="2982913"/>
          <p14:tracePt t="173548" x="7099300" y="2995613"/>
          <p14:tracePt t="173555" x="7137400" y="3008313"/>
          <p14:tracePt t="173561" x="7181850" y="3021013"/>
          <p14:tracePt t="173569" x="7219950" y="3040063"/>
          <p14:tracePt t="173576" x="7251700" y="3059113"/>
          <p14:tracePt t="173582" x="7283450" y="3084513"/>
          <p14:tracePt t="173590" x="7308850" y="3103563"/>
          <p14:tracePt t="173596" x="7334250" y="3128963"/>
          <p14:tracePt t="173604" x="7359650" y="3148013"/>
          <p14:tracePt t="173610" x="7372350" y="3167063"/>
          <p14:tracePt t="173617" x="7385050" y="3186113"/>
          <p14:tracePt t="173624" x="7391400" y="3205163"/>
          <p14:tracePt t="173632" x="7404100" y="3219450"/>
          <p14:tracePt t="173639" x="7410450" y="3238500"/>
          <p14:tracePt t="173645" x="7423150" y="3270250"/>
          <p14:tracePt t="173652" x="7429500" y="3302000"/>
          <p14:tracePt t="173660" x="7435850" y="3340100"/>
          <p14:tracePt t="173666" x="7442200" y="3384550"/>
          <p14:tracePt t="173673" x="7448550" y="3422650"/>
          <p14:tracePt t="173680" x="7448550" y="3448050"/>
          <p14:tracePt t="173687" x="7448550" y="3473450"/>
          <p14:tracePt t="173695" x="7448550" y="3498850"/>
          <p14:tracePt t="173701" x="7448550" y="3511550"/>
          <p14:tracePt t="173709" x="7448550" y="3524250"/>
          <p14:tracePt t="173715" x="7442200" y="3536950"/>
          <p14:tracePt t="173722" x="7442200" y="3549650"/>
          <p14:tracePt t="173729" x="7435850" y="3556000"/>
          <p14:tracePt t="173736" x="7429500" y="3568700"/>
          <p14:tracePt t="173743" x="7423150" y="3581400"/>
          <p14:tracePt t="173750" x="7410450" y="3594100"/>
          <p14:tracePt t="173757" x="7410450" y="3600450"/>
          <p14:tracePt t="173765" x="7404100" y="3613150"/>
          <p14:tracePt t="173771" x="7397750" y="3619500"/>
          <p14:tracePt t="173778" x="7391400" y="3632200"/>
          <p14:tracePt t="173785" x="7385050" y="3638550"/>
          <p14:tracePt t="173792" x="7378700" y="3646488"/>
          <p14:tracePt t="173799" x="7366000" y="3659188"/>
          <p14:tracePt t="173806" x="7359650" y="3671888"/>
          <p14:tracePt t="173813" x="7346950" y="3684588"/>
          <p14:tracePt t="173820" x="7334250" y="3703638"/>
          <p14:tracePt t="173827" x="7321550" y="3716338"/>
          <p14:tracePt t="173833" x="7296150" y="3735388"/>
          <p14:tracePt t="173841" x="7283450" y="3754438"/>
          <p14:tracePt t="173848" x="7270750" y="3767138"/>
          <p14:tracePt t="173854" x="7251700" y="3779838"/>
          <p14:tracePt t="173862" x="7239000" y="3792538"/>
          <p14:tracePt t="173869" x="7232650" y="3798888"/>
          <p14:tracePt t="173876" x="7213600" y="3817938"/>
          <p14:tracePt t="173883" x="7207250" y="3817938"/>
          <p14:tracePt t="173890" x="7200900" y="3830638"/>
          <p14:tracePt t="173899" x="7188200" y="3836988"/>
          <p14:tracePt t="173904" x="7175500" y="3843338"/>
          <p14:tracePt t="173911" x="7162800" y="3849688"/>
          <p14:tracePt t="173920" x="7156450" y="3862388"/>
          <p14:tracePt t="173924" x="7150100" y="3868738"/>
          <p14:tracePt t="173932" x="7137400" y="3881438"/>
          <p14:tracePt t="173938" x="7131050" y="3881438"/>
          <p14:tracePt t="173945" x="7124700" y="3894138"/>
          <p14:tracePt t="173952" x="7118350" y="3900488"/>
          <p14:tracePt t="173960" x="7105650" y="3906838"/>
          <p14:tracePt t="173974" x="7099300" y="3913188"/>
          <p14:tracePt t="173980" x="7092950" y="3919538"/>
          <p14:tracePt t="173987" x="7085013" y="3919538"/>
          <p14:tracePt t="173994" x="7078663" y="3925888"/>
          <p14:tracePt t="174016" x="7072313" y="3932238"/>
          <p14:tracePt t="174022" x="7065963" y="3932238"/>
          <p14:tracePt t="174036" x="7059613" y="3932238"/>
          <p14:tracePt t="174050" x="7046913" y="3938588"/>
          <p14:tracePt t="174065" x="7040563" y="3944938"/>
          <p14:tracePt t="174071" x="7034213" y="3944938"/>
          <p14:tracePt t="174079" x="7027863" y="3944938"/>
          <p14:tracePt t="174092" x="7021513" y="3944938"/>
          <p14:tracePt t="174100" x="7015163" y="3951288"/>
          <p14:tracePt t="174106" x="7008813" y="3951288"/>
          <p14:tracePt t="174121" x="7002463" y="3951288"/>
          <p14:tracePt t="174127" x="6996113" y="3951288"/>
          <p14:tracePt t="174134" x="6989763" y="3957638"/>
          <p14:tracePt t="174150" x="6983413" y="3957638"/>
          <p14:tracePt t="174155" x="6970713" y="3957638"/>
          <p14:tracePt t="174169" x="6964363" y="3957638"/>
          <p14:tracePt t="174176" x="6958013" y="3957638"/>
          <p14:tracePt t="174190" x="6951663" y="3957638"/>
          <p14:tracePt t="174200" x="6945313" y="3957638"/>
          <p14:tracePt t="174204" x="6938963" y="3957638"/>
          <p14:tracePt t="174218" x="6932613" y="3957638"/>
          <p14:tracePt t="174225" x="6926263" y="3957638"/>
          <p14:tracePt t="174246" x="6919913" y="3957638"/>
          <p14:tracePt t="174283" x="6913563" y="3957638"/>
          <p14:tracePt t="174318" x="6907213" y="3957638"/>
          <p14:tracePt t="174331" x="6900863" y="3957638"/>
          <p14:tracePt t="211136" x="6665913" y="3976688"/>
          <p14:tracePt t="211141" x="6353175" y="3995738"/>
          <p14:tracePt t="211148" x="6103938" y="4033838"/>
          <p14:tracePt t="211155" x="5805488" y="4052888"/>
          <p14:tracePt t="211162" x="5486400" y="4079875"/>
          <p14:tracePt t="211168" x="5173663" y="4105275"/>
          <p14:tracePt t="211176" x="4824413" y="4117975"/>
          <p14:tracePt t="211183" x="4492625" y="4130675"/>
          <p14:tracePt t="211189" x="4148138" y="4130675"/>
          <p14:tracePt t="211196" x="3822700" y="4130675"/>
          <p14:tracePt t="211203" x="3454400" y="4111625"/>
          <p14:tracePt t="211210" x="3090863" y="4098925"/>
          <p14:tracePt t="211217" x="2689225" y="4046538"/>
          <p14:tracePt t="211224" x="2281238" y="3983038"/>
          <p14:tracePt t="211231" x="1841500" y="3913188"/>
          <p14:tracePt t="211238" x="1452563" y="3836988"/>
          <p14:tracePt t="211245" x="1057275" y="3741738"/>
          <p14:tracePt t="211252" x="733425" y="3684588"/>
          <p14:tracePt t="211259" x="484188" y="3632200"/>
          <p14:tracePt t="211266" x="209550" y="35877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316736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201168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Preprocessing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preprocessor = ColumnTransformer([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('num', StandardScaler(), num_cols),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('cat', OneHotEncoder(), cat_cols)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preprocessor.fit_transform(X)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Shape: (12399, 92)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8412480" cy="1316736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21992"/>
            <a:ext cx="201168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Train &amp; Evaluate (K=5)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3288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= KNeighborsClassifier(n_neighbors=5)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knn.fit(X_train, y_train)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knn.predict(X_test)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accuracy_score(y_test, y_pred)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Accuracy: 0.9940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639312"/>
            <a:ext cx="8412480" cy="1316736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39312"/>
            <a:ext cx="2011680" cy="274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Optimal K Selection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range(1, 16):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knn = KNeighborsClassifier(n_neighbors=k)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scores = cross_val_score(knn, X, y, cv=5)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cv_scores.append(scores.mean())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Best K=2, Accuracy=0.9817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956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Used: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491947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4919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94760" y="491947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4919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491947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919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97880" y="491947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4919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49440" y="491947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919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01000" y="4919472"/>
            <a:ext cx="987552" cy="256032"/>
          </a:xfrm>
          <a:prstGeom prst="roundRect">
            <a:avLst>
              <a:gd name="adj" fmla="val 2142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919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55"/>
    </mc:Choice>
    <mc:Fallback xmlns="">
      <p:transition spd="slow" advTm="110155"/>
    </mc:Fallback>
  </mc:AlternateContent>
  <p:extLst>
    <p:ext uri="{3A86A75C-4F4B-4683-9AE1-C65F6400EC91}">
      <p14:laserTraceLst xmlns:p14="http://schemas.microsoft.com/office/powerpoint/2010/main">
        <p14:tracePtLst>
          <p14:tracePt t="3142" x="2705100" y="4719638"/>
          <p14:tracePt t="4715" x="2376488" y="4818063"/>
          <p14:tracePt t="4722" x="2478088" y="4633913"/>
          <p14:tracePt t="4729" x="2562225" y="4454525"/>
          <p14:tracePt t="4737" x="2625725" y="4333875"/>
          <p14:tracePt t="4743" x="2682875" y="4251325"/>
          <p14:tracePt t="4751" x="2727325" y="4181475"/>
          <p14:tracePt t="4758" x="2771775" y="4130675"/>
          <p14:tracePt t="4764" x="2803525" y="4092575"/>
          <p14:tracePt t="4771" x="2828925" y="4059238"/>
          <p14:tracePt t="4777" x="2847975" y="4040188"/>
          <p14:tracePt t="4784" x="2867025" y="4021138"/>
          <p14:tracePt t="4792" x="2879725" y="4008438"/>
          <p14:tracePt t="4799" x="2892425" y="3995738"/>
          <p14:tracePt t="4806" x="2898775" y="3983038"/>
          <p14:tracePt t="4814" x="2911475" y="3963988"/>
          <p14:tracePt t="4820" x="2924175" y="3951288"/>
          <p14:tracePt t="4828" x="2930525" y="3938588"/>
          <p14:tracePt t="4834" x="2936875" y="3925888"/>
          <p14:tracePt t="4841" x="2943225" y="3913188"/>
          <p14:tracePt t="4848" x="2949575" y="3900488"/>
          <p14:tracePt t="4854" x="2962275" y="3887788"/>
          <p14:tracePt t="4862" x="2962275" y="3881438"/>
          <p14:tracePt t="4868" x="2968625" y="3875088"/>
          <p14:tracePt t="4875" x="2976563" y="3862388"/>
          <p14:tracePt t="4889" x="2982913" y="3856038"/>
          <p14:tracePt t="4896" x="2989263" y="3843338"/>
          <p14:tracePt t="4911" x="2989263" y="3830638"/>
          <p14:tracePt t="4917" x="2995613" y="3817938"/>
          <p14:tracePt t="4924" x="3001963" y="3811588"/>
          <p14:tracePt t="4931" x="3001963" y="3805238"/>
          <p14:tracePt t="4938" x="3008313" y="3792538"/>
          <p14:tracePt t="4945" x="3014663" y="3779838"/>
          <p14:tracePt t="4953" x="3014663" y="3773488"/>
          <p14:tracePt t="4959" x="3021013" y="3754438"/>
          <p14:tracePt t="4966" x="3027363" y="3748088"/>
          <p14:tracePt t="4973" x="3027363" y="3741738"/>
          <p14:tracePt t="4980" x="3027363" y="3729038"/>
          <p14:tracePt t="4987" x="3033713" y="3716338"/>
          <p14:tracePt t="4994" x="3040063" y="3709988"/>
          <p14:tracePt t="5001" x="3046413" y="3697288"/>
          <p14:tracePt t="5008" x="3046413" y="3684588"/>
          <p14:tracePt t="5015" x="3052763" y="3671888"/>
          <p14:tracePt t="5023" x="3052763" y="3659188"/>
          <p14:tracePt t="5029" x="3059113" y="3652838"/>
          <p14:tracePt t="5036" x="3059113" y="3632200"/>
          <p14:tracePt t="5043" x="3065463" y="3625850"/>
          <p14:tracePt t="5050" x="3065463" y="3613150"/>
          <p14:tracePt t="5056" x="3071813" y="3606800"/>
          <p14:tracePt t="5063" x="3071813" y="3587750"/>
          <p14:tracePt t="5070" x="3071813" y="3581400"/>
          <p14:tracePt t="5077" x="3071813" y="3568700"/>
          <p14:tracePt t="5084" x="3078163" y="3562350"/>
          <p14:tracePt t="5091" x="3078163" y="3556000"/>
          <p14:tracePt t="5098" x="3078163" y="3549650"/>
          <p14:tracePt t="5105" x="3084513" y="3536950"/>
          <p14:tracePt t="5120" x="3084513" y="3530600"/>
          <p14:tracePt t="5134" x="3084513" y="3524250"/>
          <p14:tracePt t="5141" x="3090863" y="3524250"/>
          <p14:tracePt t="5163" x="3090863" y="3517900"/>
          <p14:tracePt t="17651" x="3046413" y="3562350"/>
          <p14:tracePt t="17658" x="2995613" y="3606800"/>
          <p14:tracePt t="17669" x="2930525" y="3652838"/>
          <p14:tracePt t="17673" x="2860675" y="3678238"/>
          <p14:tracePt t="17680" x="2790825" y="3703638"/>
          <p14:tracePt t="17685" x="2727325" y="3709988"/>
          <p14:tracePt t="17692" x="2676525" y="3716338"/>
          <p14:tracePt t="17700" x="2644775" y="3716338"/>
          <p14:tracePt t="17709" x="2606675" y="3716338"/>
          <p14:tracePt t="17714" x="2574925" y="3716338"/>
          <p14:tracePt t="17720" x="2536825" y="3703638"/>
          <p14:tracePt t="17727" x="2478088" y="3678238"/>
          <p14:tracePt t="17734" x="2382838" y="3606800"/>
          <p14:tracePt t="17741" x="2166938" y="3416300"/>
          <p14:tracePt t="17748" x="1924050" y="3225800"/>
          <p14:tracePt t="17755" x="1676400" y="2995613"/>
          <p14:tracePt t="17762" x="1427163" y="2817813"/>
          <p14:tracePt t="17771" x="1249363" y="2657475"/>
          <p14:tracePt t="17776" x="1120775" y="2549525"/>
          <p14:tracePt t="17783" x="1031875" y="2454275"/>
          <p14:tracePt t="17790" x="993775" y="2390775"/>
          <p14:tracePt t="17797" x="949325" y="2338388"/>
          <p14:tracePt t="17804" x="923925" y="2287588"/>
          <p14:tracePt t="17811" x="898525" y="2243138"/>
          <p14:tracePt t="17818" x="879475" y="2205038"/>
          <p14:tracePt t="17825" x="860425" y="2160588"/>
          <p14:tracePt t="17834" x="841375" y="2103438"/>
          <p14:tracePt t="17840" x="815975" y="2033588"/>
          <p14:tracePt t="17846" x="790575" y="1938338"/>
          <p14:tracePt t="17853" x="752475" y="1809750"/>
          <p14:tracePt t="17860" x="714375" y="1625600"/>
          <p14:tracePt t="17866" x="674688" y="1376363"/>
          <p14:tracePt t="17873" x="655638" y="1179513"/>
          <p14:tracePt t="17881" x="649288" y="1050925"/>
          <p14:tracePt t="17887" x="649288" y="942975"/>
          <p14:tracePt t="17894" x="674688" y="841375"/>
          <p14:tracePt t="17901" x="720725" y="739775"/>
          <p14:tracePt t="17908" x="796925" y="650875"/>
          <p14:tracePt t="17916" x="860425" y="560388"/>
          <p14:tracePt t="17922" x="923925" y="490538"/>
          <p14:tracePt t="17929" x="987425" y="420688"/>
          <p14:tracePt t="17936" x="1050925" y="357188"/>
          <p14:tracePt t="17943" x="1127125" y="287338"/>
          <p14:tracePt t="17950" x="1217613" y="223838"/>
          <p14:tracePt t="17957" x="1300163" y="165100"/>
          <p14:tracePt t="17964" x="1363663" y="133350"/>
          <p14:tracePt t="17971" x="1427163" y="101600"/>
          <p14:tracePt t="17978" x="1471613" y="82550"/>
          <p14:tracePt t="17985" x="1516063" y="69850"/>
          <p14:tracePt t="17992" x="1566863" y="57150"/>
          <p14:tracePt t="17999" x="1631950" y="50800"/>
          <p14:tracePt t="18007" x="1689100" y="44450"/>
          <p14:tracePt t="18013" x="1739900" y="44450"/>
          <p14:tracePt t="18020" x="1784350" y="44450"/>
          <p14:tracePt t="18027" x="1822450" y="50800"/>
          <p14:tracePt t="18034" x="1866900" y="63500"/>
          <p14:tracePt t="18041" x="1917700" y="76200"/>
          <p14:tracePt t="18048" x="1962150" y="95250"/>
          <p14:tracePt t="18055" x="2006600" y="114300"/>
          <p14:tracePt t="18062" x="2058988" y="158750"/>
          <p14:tracePt t="18069" x="2097088" y="209550"/>
          <p14:tracePt t="18076" x="2141538" y="268288"/>
          <p14:tracePt t="18082" x="2166938" y="325438"/>
          <p14:tracePt t="18089" x="2192338" y="382588"/>
          <p14:tracePt t="18096" x="2211388" y="452438"/>
          <p14:tracePt t="18103" x="2224088" y="541338"/>
          <p14:tracePt t="18110" x="2224088" y="617538"/>
          <p14:tracePt t="18118" x="2224088" y="682625"/>
          <p14:tracePt t="18125" x="2224088" y="746125"/>
          <p14:tracePt t="18131" x="2217738" y="796925"/>
          <p14:tracePt t="18138" x="2205038" y="847725"/>
          <p14:tracePt t="18145" x="2173288" y="911225"/>
          <p14:tracePt t="18152" x="2135188" y="981075"/>
          <p14:tracePt t="18159" x="2078038" y="1077913"/>
          <p14:tracePt t="18166" x="2025650" y="1147763"/>
          <p14:tracePt t="18173" x="1968500" y="1211263"/>
          <p14:tracePt t="18180" x="1930400" y="1249363"/>
          <p14:tracePt t="18187" x="1879600" y="1293813"/>
          <p14:tracePt t="18194" x="1841500" y="1319213"/>
          <p14:tracePt t="18201" x="1790700" y="1350963"/>
          <p14:tracePt t="18208" x="1733550" y="1376363"/>
          <p14:tracePt t="18215" x="1682750" y="1408113"/>
          <p14:tracePt t="18222" x="1612900" y="1427163"/>
          <p14:tracePt t="18229" x="1516063" y="1439863"/>
          <p14:tracePt t="18236" x="1420813" y="1446213"/>
          <p14:tracePt t="18243" x="1306513" y="1446213"/>
          <p14:tracePt t="18250" x="1217613" y="1427163"/>
          <p14:tracePt t="18257" x="1139825" y="1401763"/>
          <p14:tracePt t="18264" x="1076325" y="1376363"/>
          <p14:tracePt t="18271" x="1031875" y="1350963"/>
          <p14:tracePt t="18278" x="1000125" y="1331913"/>
          <p14:tracePt t="18285" x="981075" y="1312863"/>
          <p14:tracePt t="18292" x="968375" y="1293813"/>
          <p14:tracePt t="18301" x="962025" y="1274763"/>
          <p14:tracePt t="18306" x="949325" y="1230313"/>
          <p14:tracePt t="18313" x="942975" y="1185863"/>
          <p14:tracePt t="18320" x="942975" y="1128713"/>
          <p14:tracePt t="18327" x="942975" y="1057275"/>
          <p14:tracePt t="18334" x="949325" y="1006475"/>
          <p14:tracePt t="18341" x="955675" y="942975"/>
          <p14:tracePt t="18349" x="968375" y="885825"/>
          <p14:tracePt t="18355" x="981075" y="822325"/>
          <p14:tracePt t="18362" x="1006475" y="758825"/>
          <p14:tracePt t="18369" x="1038225" y="708025"/>
          <p14:tracePt t="18376" x="1063625" y="663575"/>
          <p14:tracePt t="18383" x="1101725" y="617538"/>
          <p14:tracePt t="18391" x="1147763" y="579438"/>
          <p14:tracePt t="18397" x="1204913" y="541338"/>
          <p14:tracePt t="18404" x="1262063" y="509588"/>
          <p14:tracePt t="18411" x="1319213" y="484188"/>
          <p14:tracePt t="18417" x="1376363" y="465138"/>
          <p14:tracePt t="18425" x="1446213" y="446088"/>
          <p14:tracePt t="18432" x="1547813" y="433388"/>
          <p14:tracePt t="18439" x="1657350" y="439738"/>
          <p14:tracePt t="18446" x="1739900" y="452438"/>
          <p14:tracePt t="18452" x="1816100" y="471488"/>
          <p14:tracePt t="18460" x="1892300" y="509588"/>
          <p14:tracePt t="18468" x="1987550" y="554038"/>
          <p14:tracePt t="18474" x="2071688" y="598488"/>
          <p14:tracePt t="18481" x="2135188" y="663575"/>
          <p14:tracePt t="18488" x="2198688" y="727075"/>
          <p14:tracePt t="18495" x="2249488" y="790575"/>
          <p14:tracePt t="18502" x="2293938" y="847725"/>
          <p14:tracePt t="18509" x="2332038" y="904875"/>
          <p14:tracePt t="18516" x="2357438" y="974725"/>
          <p14:tracePt t="18523" x="2376488" y="1050925"/>
          <p14:tracePt t="18530" x="2395538" y="1160463"/>
          <p14:tracePt t="18537" x="2401888" y="1243013"/>
          <p14:tracePt t="18543" x="2401888" y="1319213"/>
          <p14:tracePt t="18550" x="2401888" y="1395413"/>
          <p14:tracePt t="18557" x="2382838" y="1465263"/>
          <p14:tracePt t="18564" x="2351088" y="1555750"/>
          <p14:tracePt t="18571" x="2312988" y="1631950"/>
          <p14:tracePt t="18578" x="2274888" y="1689100"/>
          <p14:tracePt t="18585" x="2236788" y="1727200"/>
          <p14:tracePt t="18592" x="2179638" y="1771650"/>
          <p14:tracePt t="18599" x="2122488" y="1797050"/>
          <p14:tracePt t="18606" x="2078038" y="1822450"/>
          <p14:tracePt t="18613" x="2032000" y="1835150"/>
          <p14:tracePt t="18620" x="1987550" y="1847850"/>
          <p14:tracePt t="18627" x="1943100" y="1860550"/>
          <p14:tracePt t="18634" x="1892300" y="1866900"/>
          <p14:tracePt t="18641" x="1847850" y="1866900"/>
          <p14:tracePt t="18648" x="1797050" y="1866900"/>
          <p14:tracePt t="18655" x="1752600" y="1866900"/>
          <p14:tracePt t="18662" x="1708150" y="1854200"/>
          <p14:tracePt t="18669" x="1676400" y="1841500"/>
          <p14:tracePt t="18677" x="1644650" y="1828800"/>
          <p14:tracePt t="18683" x="1625600" y="1822450"/>
          <p14:tracePt t="18690" x="1612900" y="1803400"/>
          <p14:tracePt t="18697" x="1606550" y="1797050"/>
          <p14:tracePt t="18703" x="1598613" y="1784350"/>
          <p14:tracePt t="18711" x="1592263" y="1771650"/>
          <p14:tracePt t="18718" x="1592263" y="1758950"/>
          <p14:tracePt t="33490" x="1625600" y="1765300"/>
          <p14:tracePt t="33496" x="1663700" y="1797050"/>
          <p14:tracePt t="33502" x="1714500" y="1822450"/>
          <p14:tracePt t="33509" x="1765300" y="1854200"/>
          <p14:tracePt t="33516" x="1790700" y="1873250"/>
          <p14:tracePt t="33522" x="1816100" y="1885950"/>
          <p14:tracePt t="33530" x="1828800" y="1898650"/>
          <p14:tracePt t="33537" x="1841500" y="1905000"/>
          <p14:tracePt t="33544" x="1854200" y="1917700"/>
          <p14:tracePt t="33550" x="1873250" y="1917700"/>
          <p14:tracePt t="33557" x="1885950" y="1931988"/>
          <p14:tracePt t="33564" x="1898650" y="1938338"/>
          <p14:tracePt t="33571" x="1911350" y="1951038"/>
          <p14:tracePt t="33578" x="1930400" y="1963738"/>
          <p14:tracePt t="33585" x="1949450" y="1976438"/>
          <p14:tracePt t="33592" x="1962150" y="1989138"/>
          <p14:tracePt t="33600" x="1987550" y="2008188"/>
          <p14:tracePt t="33606" x="2000250" y="2020888"/>
          <p14:tracePt t="33614" x="2025650" y="2046288"/>
          <p14:tracePt t="33620" x="2044700" y="2065338"/>
          <p14:tracePt t="33627" x="2065338" y="2090738"/>
          <p14:tracePt t="33634" x="2078038" y="2103438"/>
          <p14:tracePt t="33641" x="2090738" y="2116138"/>
          <p14:tracePt t="33648" x="2103438" y="2135188"/>
          <p14:tracePt t="33655" x="2109788" y="2147888"/>
          <p14:tracePt t="33662" x="2122488" y="2154238"/>
          <p14:tracePt t="33669" x="2122488" y="2160588"/>
          <p14:tracePt t="33676" x="2128838" y="2166938"/>
          <p14:tracePt t="33683" x="2135188" y="2173288"/>
          <p14:tracePt t="33690" x="2135188" y="2179638"/>
          <p14:tracePt t="33704" x="2135188" y="2185988"/>
          <p14:tracePt t="33711" x="2141538" y="2192338"/>
          <p14:tracePt t="33718" x="2141538" y="2198688"/>
          <p14:tracePt t="33732" x="2141538" y="2205038"/>
          <p14:tracePt t="33739" x="2141538" y="2211388"/>
          <p14:tracePt t="33746" x="2141538" y="2217738"/>
          <p14:tracePt t="33760" x="2128838" y="2230438"/>
          <p14:tracePt t="33767" x="2122488" y="2236788"/>
          <p14:tracePt t="33775" x="2109788" y="2249488"/>
          <p14:tracePt t="33781" x="2084388" y="2262188"/>
          <p14:tracePt t="33788" x="2065338" y="2281238"/>
          <p14:tracePt t="33795" x="2051050" y="2287588"/>
          <p14:tracePt t="33802" x="2032000" y="2293938"/>
          <p14:tracePt t="33809" x="2012950" y="2300288"/>
          <p14:tracePt t="33816" x="2000250" y="2300288"/>
          <p14:tracePt t="33823" x="1993900" y="2306638"/>
          <p14:tracePt t="33830" x="1987550" y="2306638"/>
          <p14:tracePt t="33837" x="1981200" y="2306638"/>
          <p14:tracePt t="33844" x="1974850" y="2306638"/>
          <p14:tracePt t="33850" x="1962150" y="2306638"/>
          <p14:tracePt t="33865" x="1955800" y="2306638"/>
          <p14:tracePt t="33871" x="1949450" y="2300288"/>
          <p14:tracePt t="33886" x="1943100" y="2293938"/>
          <p14:tracePt t="33893" x="1943100" y="2287588"/>
          <p14:tracePt t="33900" x="1936750" y="2287588"/>
          <p14:tracePt t="33906" x="1936750" y="2281238"/>
          <p14:tracePt t="33920" x="1930400" y="2274888"/>
          <p14:tracePt t="33934" x="1930400" y="2268538"/>
          <p14:tracePt t="33941" x="1930400" y="2262188"/>
          <p14:tracePt t="33955" x="1924050" y="2262188"/>
          <p14:tracePt t="33962" x="1924050" y="2255838"/>
          <p14:tracePt t="33976" x="1924050" y="2249488"/>
          <p14:tracePt t="33990" x="1924050" y="2236788"/>
          <p14:tracePt t="33997" x="1924050" y="2230438"/>
          <p14:tracePt t="34004" x="1924050" y="2217738"/>
          <p14:tracePt t="34011" x="1930400" y="2198688"/>
          <p14:tracePt t="34018" x="1936750" y="2166938"/>
          <p14:tracePt t="34025" x="1955800" y="2141538"/>
          <p14:tracePt t="34032" x="1968500" y="2116138"/>
          <p14:tracePt t="34039" x="1974850" y="2090738"/>
          <p14:tracePt t="34046" x="1987550" y="2078038"/>
          <p14:tracePt t="34053" x="1993900" y="2058988"/>
          <p14:tracePt t="34060" x="2006600" y="2046288"/>
          <p14:tracePt t="34066" x="2012950" y="2033588"/>
          <p14:tracePt t="34074" x="2032000" y="2020888"/>
          <p14:tracePt t="34080" x="2044700" y="2001838"/>
          <p14:tracePt t="34088" x="2065338" y="1989138"/>
          <p14:tracePt t="34095" x="2090738" y="1970088"/>
          <p14:tracePt t="34102" x="2116138" y="1957388"/>
          <p14:tracePt t="34108" x="2141538" y="1944688"/>
          <p14:tracePt t="34116" x="2160588" y="1931988"/>
          <p14:tracePt t="34123" x="2173288" y="1924050"/>
          <p14:tracePt t="34129" x="2192338" y="1917700"/>
          <p14:tracePt t="34137" x="2217738" y="1905000"/>
          <p14:tracePt t="34144" x="2243138" y="1898650"/>
          <p14:tracePt t="34150" x="2268538" y="1892300"/>
          <p14:tracePt t="34158" x="2312988" y="1892300"/>
          <p14:tracePt t="34164" x="2363788" y="1892300"/>
          <p14:tracePt t="34171" x="2420938" y="1898650"/>
          <p14:tracePt t="34178" x="2459038" y="1905000"/>
          <p14:tracePt t="34185" x="2497138" y="1917700"/>
          <p14:tracePt t="34192" x="2530475" y="1931988"/>
          <p14:tracePt t="34199" x="2543175" y="1944688"/>
          <p14:tracePt t="34206" x="2562225" y="1963738"/>
          <p14:tracePt t="34213" x="2581275" y="1976438"/>
          <p14:tracePt t="34220" x="2587625" y="2001838"/>
          <p14:tracePt t="34227" x="2600325" y="2020888"/>
          <p14:tracePt t="34234" x="2613025" y="2046288"/>
          <p14:tracePt t="34241" x="2619375" y="2078038"/>
          <p14:tracePt t="34249" x="2619375" y="2103438"/>
          <p14:tracePt t="34256" x="2619375" y="2128838"/>
          <p14:tracePt t="34262" x="2619375" y="2154238"/>
          <p14:tracePt t="34270" x="2619375" y="2185988"/>
          <p14:tracePt t="34276" x="2606675" y="2205038"/>
          <p14:tracePt t="34283" x="2593975" y="2230438"/>
          <p14:tracePt t="34290" x="2581275" y="2255838"/>
          <p14:tracePt t="34298" x="2555875" y="2287588"/>
          <p14:tracePt t="34305" x="2530475" y="2306638"/>
          <p14:tracePt t="34311" x="2497138" y="2338388"/>
          <p14:tracePt t="34319" x="2459038" y="2365375"/>
          <p14:tracePt t="34325" x="2420938" y="2390775"/>
          <p14:tracePt t="34333" x="2389188" y="2416175"/>
          <p14:tracePt t="34339" x="2357438" y="2428875"/>
          <p14:tracePt t="34345" x="2332038" y="2447925"/>
          <p14:tracePt t="34354" x="2312988" y="2447925"/>
          <p14:tracePt t="34360" x="2300288" y="2454275"/>
          <p14:tracePt t="34367" x="2287588" y="2460625"/>
          <p14:tracePt t="34374" x="2274888" y="2460625"/>
          <p14:tracePt t="34382" x="2255838" y="2460625"/>
          <p14:tracePt t="34388" x="2243138" y="2454275"/>
          <p14:tracePt t="34395" x="2230438" y="2454275"/>
          <p14:tracePt t="34402" x="2217738" y="2447925"/>
          <p14:tracePt t="34409" x="2205038" y="2435225"/>
          <p14:tracePt t="34416" x="2185988" y="2428875"/>
          <p14:tracePt t="34423" x="2179638" y="2416175"/>
          <p14:tracePt t="34430" x="2166938" y="2409825"/>
          <p14:tracePt t="34436" x="2147888" y="2397125"/>
          <p14:tracePt t="34444" x="2141538" y="2390775"/>
          <p14:tracePt t="34450" x="2128838" y="2378075"/>
          <p14:tracePt t="34457" x="2116138" y="2365375"/>
          <p14:tracePt t="34465" x="2109788" y="2351088"/>
          <p14:tracePt t="34471" x="2097088" y="2344738"/>
          <p14:tracePt t="34479" x="2090738" y="2325688"/>
          <p14:tracePt t="34486" x="2078038" y="2306638"/>
          <p14:tracePt t="34492" x="2065338" y="2281238"/>
          <p14:tracePt t="34499" x="2058988" y="2249488"/>
          <p14:tracePt t="34506" x="2051050" y="2217738"/>
          <p14:tracePt t="34513" x="2038350" y="2173288"/>
          <p14:tracePt t="34521" x="2038350" y="2135188"/>
          <p14:tracePt t="34527" x="2032000" y="2090738"/>
          <p14:tracePt t="34534" x="2025650" y="2065338"/>
          <p14:tracePt t="34541" x="2025650" y="2046288"/>
          <p14:tracePt t="34548" x="2025650" y="2027238"/>
          <p14:tracePt t="34555" x="2025650" y="2014538"/>
          <p14:tracePt t="34562" x="2025650" y="2001838"/>
          <p14:tracePt t="34569" x="2032000" y="1976438"/>
          <p14:tracePt t="34576" x="2044700" y="1951038"/>
          <p14:tracePt t="34583" x="2058988" y="1917700"/>
          <p14:tracePt t="34590" x="2078038" y="1885950"/>
          <p14:tracePt t="34597" x="2090738" y="1854200"/>
          <p14:tracePt t="34604" x="2109788" y="1828800"/>
          <p14:tracePt t="34611" x="2128838" y="1809750"/>
          <p14:tracePt t="34618" x="2141538" y="1797050"/>
          <p14:tracePt t="34625" x="2147888" y="1790700"/>
          <p14:tracePt t="34632" x="2166938" y="1778000"/>
          <p14:tracePt t="34639" x="2173288" y="1771650"/>
          <p14:tracePt t="34646" x="2185988" y="1765300"/>
          <p14:tracePt t="34653" x="2198688" y="1765300"/>
          <p14:tracePt t="34660" x="2211388" y="1758950"/>
          <p14:tracePt t="34666" x="2224088" y="1758950"/>
          <p14:tracePt t="34674" x="2236788" y="1758950"/>
          <p14:tracePt t="34681" x="2255838" y="1758950"/>
          <p14:tracePt t="34688" x="2281238" y="1758950"/>
          <p14:tracePt t="34694" x="2312988" y="1765300"/>
          <p14:tracePt t="34701" x="2344738" y="1778000"/>
          <p14:tracePt t="34709" x="2401888" y="1803400"/>
          <p14:tracePt t="34715" x="2465388" y="1841500"/>
          <p14:tracePt t="34722" x="2530475" y="1898650"/>
          <p14:tracePt t="34729" x="2587625" y="1957388"/>
          <p14:tracePt t="34736" x="2632075" y="2020888"/>
          <p14:tracePt t="34743" x="2676525" y="2090738"/>
          <p14:tracePt t="34751" x="2701925" y="2154238"/>
          <p14:tracePt t="34757" x="2720975" y="2217738"/>
          <p14:tracePt t="34764" x="2727325" y="2262188"/>
          <p14:tracePt t="34771" x="2727325" y="2300288"/>
          <p14:tracePt t="34778" x="2727325" y="2338388"/>
          <p14:tracePt t="34785" x="2727325" y="2365375"/>
          <p14:tracePt t="34792" x="2714625" y="2397125"/>
          <p14:tracePt t="34800" x="2701925" y="2441575"/>
          <p14:tracePt t="34806" x="2682875" y="2492375"/>
          <p14:tracePt t="34813" x="2657475" y="2536825"/>
          <p14:tracePt t="34820" x="2619375" y="2587625"/>
          <p14:tracePt t="34827" x="2587625" y="2632075"/>
          <p14:tracePt t="34834" x="2549525" y="2670175"/>
          <p14:tracePt t="34841" x="2503488" y="2695575"/>
          <p14:tracePt t="34848" x="2452688" y="2733675"/>
          <p14:tracePt t="34856" x="2414588" y="2746375"/>
          <p14:tracePt t="34862" x="2382838" y="2759075"/>
          <p14:tracePt t="34869" x="2344738" y="2771775"/>
          <p14:tracePt t="34876" x="2312988" y="2778125"/>
          <p14:tracePt t="34883" x="2281238" y="2784475"/>
          <p14:tracePt t="34890" x="2255838" y="2784475"/>
          <p14:tracePt t="34897" x="2217738" y="2784475"/>
          <p14:tracePt t="34904" x="2192338" y="2784475"/>
          <p14:tracePt t="34911" x="2166938" y="2778125"/>
          <p14:tracePt t="34918" x="2147888" y="2778125"/>
          <p14:tracePt t="34925" x="2128838" y="2765425"/>
          <p14:tracePt t="34932" x="2109788" y="2752725"/>
          <p14:tracePt t="34939" x="2078038" y="2714625"/>
          <p14:tracePt t="34945" x="1987550" y="2568575"/>
          <p14:tracePt t="34953" x="1752600" y="2141538"/>
          <p14:tracePt t="34960" x="1592263" y="1771650"/>
          <p14:tracePt t="34967" x="1503363" y="1543050"/>
          <p14:tracePt t="34974" x="1452563" y="1382713"/>
          <p14:tracePt t="34980" x="1433513" y="1268413"/>
          <p14:tracePt t="34987" x="1433513" y="1204913"/>
          <p14:tracePt t="34995" x="1433513" y="1147763"/>
          <p14:tracePt t="35002" x="1446213" y="1122363"/>
          <p14:tracePt t="35008" x="1458913" y="1109663"/>
          <p14:tracePt t="35015" x="1465263" y="1090613"/>
          <p14:tracePt t="35023" x="1471613" y="1084263"/>
          <p14:tracePt t="35030" x="1477963" y="1077913"/>
          <p14:tracePt t="35037" x="1497013" y="1069975"/>
          <p14:tracePt t="35044" x="1503363" y="1057275"/>
          <p14:tracePt t="35050" x="1516063" y="1050925"/>
          <p14:tracePt t="35057" x="1528763" y="1044575"/>
          <p14:tracePt t="35064" x="1541463" y="1038225"/>
          <p14:tracePt t="35071" x="1554163" y="1025525"/>
          <p14:tracePt t="35079" x="1573213" y="1012825"/>
          <p14:tracePt t="35085" x="1606550" y="1000125"/>
          <p14:tracePt t="35093" x="1644650" y="974725"/>
          <p14:tracePt t="35100" x="1682750" y="962025"/>
          <p14:tracePt t="35106" x="1708150" y="942975"/>
          <p14:tracePt t="35113" x="1739900" y="930275"/>
          <p14:tracePt t="35120" x="1758950" y="923925"/>
          <p14:tracePt t="35127" x="1778000" y="917575"/>
          <p14:tracePt t="35134" x="1797050" y="911225"/>
          <p14:tracePt t="35141" x="1809750" y="911225"/>
          <p14:tracePt t="35148" x="1828800" y="911225"/>
          <p14:tracePt t="35155" x="1847850" y="911225"/>
          <p14:tracePt t="35162" x="1866900" y="911225"/>
          <p14:tracePt t="35169" x="1885950" y="911225"/>
          <p14:tracePt t="35176" x="1905000" y="923925"/>
          <p14:tracePt t="35183" x="1930400" y="930275"/>
          <p14:tracePt t="35190" x="1955800" y="936625"/>
          <p14:tracePt t="35197" x="1968500" y="955675"/>
          <p14:tracePt t="35204" x="1981200" y="962025"/>
          <p14:tracePt t="35210" x="2000250" y="974725"/>
          <p14:tracePt t="35218" x="2006600" y="981075"/>
          <p14:tracePt t="35225" x="2012950" y="987425"/>
          <p14:tracePt t="35232" x="2019300" y="987425"/>
          <p14:tracePt t="35239" x="2025650" y="1000125"/>
          <p14:tracePt t="35253" x="2032000" y="1006475"/>
          <p14:tracePt t="35260" x="2032000" y="1012825"/>
          <p14:tracePt t="37654" x="2032000" y="1038225"/>
          <p14:tracePt t="37661" x="2038350" y="1084263"/>
          <p14:tracePt t="37667" x="2044700" y="1128713"/>
          <p14:tracePt t="37674" x="2044700" y="1179513"/>
          <p14:tracePt t="37681" x="2044700" y="1249363"/>
          <p14:tracePt t="37689" x="2044700" y="1338263"/>
          <p14:tracePt t="37695" x="2051050" y="1427163"/>
          <p14:tracePt t="37702" x="2051050" y="1511300"/>
          <p14:tracePt t="37709" x="2058988" y="1600200"/>
          <p14:tracePt t="37715" x="2058988" y="1708150"/>
          <p14:tracePt t="37723" x="2058988" y="1809750"/>
          <p14:tracePt t="37730" x="2058988" y="1905000"/>
          <p14:tracePt t="37737" x="2058988" y="1989138"/>
          <p14:tracePt t="37744" x="2058988" y="2078038"/>
          <p14:tracePt t="37751" x="2051050" y="2198688"/>
          <p14:tracePt t="37758" x="2032000" y="2332038"/>
          <p14:tracePt t="37765" x="2019300" y="2428875"/>
          <p14:tracePt t="37771" x="1993900" y="2530475"/>
          <p14:tracePt t="37778" x="1968500" y="2632075"/>
          <p14:tracePt t="37786" x="1943100" y="2752725"/>
          <p14:tracePt t="37792" x="1924050" y="2855913"/>
          <p14:tracePt t="37800" x="1898650" y="2932113"/>
          <p14:tracePt t="37807" x="1866900" y="3090863"/>
          <p14:tracePt t="37814" x="1822450" y="3295650"/>
          <p14:tracePt t="37820" x="1784350" y="3435350"/>
          <p14:tracePt t="37827" x="1752600" y="3505200"/>
          <p14:tracePt t="37834" x="1720850" y="3549650"/>
          <p14:tracePt t="37841" x="1670050" y="3575050"/>
          <p14:tracePt t="37848" x="1644650" y="3606800"/>
          <p14:tracePt t="37855" x="1560513" y="3606800"/>
          <p14:tracePt t="37864" x="1458913" y="3606800"/>
          <p14:tracePt t="37870" x="1268413" y="3606800"/>
          <p14:tracePt t="37876" x="1025525" y="3606800"/>
          <p14:tracePt t="37883" x="904875" y="3606800"/>
          <p14:tracePt t="37890" x="784225" y="3606800"/>
          <p14:tracePt t="37898" x="611188" y="3606800"/>
          <p14:tracePt t="37905" x="484188" y="3606800"/>
          <p14:tracePt t="37911" x="401638" y="3606800"/>
          <p14:tracePt t="37918" x="325438" y="3606800"/>
          <p14:tracePt t="37926" x="268288" y="3606800"/>
          <p14:tracePt t="37932" x="203200" y="3606800"/>
          <p14:tracePt t="37939" x="152400" y="3587750"/>
          <p14:tracePt t="37947" x="107950" y="3556000"/>
          <p14:tracePt t="37954" x="63500" y="3505200"/>
          <p14:tracePt t="37960" x="25400" y="3390900"/>
          <p14:tracePt t="39476" x="63500" y="2090738"/>
          <p14:tracePt t="39482" x="133350" y="2122488"/>
          <p14:tracePt t="39489" x="190500" y="2147888"/>
          <p14:tracePt t="39496" x="261938" y="2179638"/>
          <p14:tracePt t="39503" x="338138" y="2217738"/>
          <p14:tracePt t="39510" x="439738" y="2255838"/>
          <p14:tracePt t="39517" x="554038" y="2306638"/>
          <p14:tracePt t="39524" x="630238" y="2344738"/>
          <p14:tracePt t="39531" x="695325" y="2365375"/>
          <p14:tracePt t="39538" x="733425" y="2390775"/>
          <p14:tracePt t="39545" x="771525" y="2409825"/>
          <p14:tracePt t="39552" x="790575" y="2422525"/>
          <p14:tracePt t="39559" x="803275" y="2428875"/>
          <p14:tracePt t="39566" x="822325" y="2441575"/>
          <p14:tracePt t="39573" x="828675" y="2447925"/>
          <p14:tracePt t="39580" x="835025" y="2454275"/>
          <p14:tracePt t="39587" x="847725" y="2460625"/>
          <p14:tracePt t="39601" x="854075" y="2466975"/>
          <p14:tracePt t="39608" x="860425" y="2466975"/>
          <p14:tracePt t="39615" x="866775" y="2473325"/>
          <p14:tracePt t="39629" x="879475" y="2479675"/>
          <p14:tracePt t="39635" x="885825" y="2492375"/>
          <p14:tracePt t="39643" x="898525" y="2505075"/>
          <p14:tracePt t="39649" x="930275" y="2536825"/>
          <p14:tracePt t="39657" x="981075" y="2574925"/>
          <p14:tracePt t="39664" x="1012825" y="2613025"/>
          <p14:tracePt t="39670" x="1044575" y="2644775"/>
          <p14:tracePt t="39678" x="1063625" y="2670175"/>
          <p14:tracePt t="39684" x="1082675" y="2682875"/>
          <p14:tracePt t="39691" x="1095375" y="2701925"/>
          <p14:tracePt t="39706" x="1108075" y="2708275"/>
          <p14:tracePt t="39712" x="1108075" y="2714625"/>
          <p14:tracePt t="39720" x="1114425" y="2720975"/>
          <p14:tracePt t="39734" x="1120775" y="2720975"/>
          <p14:tracePt t="40684" x="1120775" y="2733675"/>
          <p14:tracePt t="40690" x="1120775" y="2752725"/>
          <p14:tracePt t="40697" x="1120775" y="2778125"/>
          <p14:tracePt t="40703" x="1127125" y="2817813"/>
          <p14:tracePt t="40711" x="1127125" y="2855913"/>
          <p14:tracePt t="40717" x="1133475" y="2913063"/>
          <p14:tracePt t="40724" x="1133475" y="2963863"/>
          <p14:tracePt t="40731" x="1133475" y="3001963"/>
          <p14:tracePt t="40738" x="1133475" y="3040063"/>
          <p14:tracePt t="40745" x="1133475" y="3059113"/>
          <p14:tracePt t="40754" x="1133475" y="3078163"/>
          <p14:tracePt t="40759" x="1133475" y="3084513"/>
          <p14:tracePt t="40766" x="1133475" y="3090863"/>
          <p14:tracePt t="40773" x="1133475" y="3097213"/>
          <p14:tracePt t="40787" x="1133475" y="3103563"/>
          <p14:tracePt t="40794" x="1133475" y="3109913"/>
          <p14:tracePt t="40816" x="1133475" y="3116263"/>
          <p14:tracePt t="57410" x="1133475" y="3109913"/>
          <p14:tracePt t="57415" x="1154113" y="3097213"/>
          <p14:tracePt t="57421" x="1166813" y="3078163"/>
          <p14:tracePt t="57428" x="1198563" y="3065463"/>
          <p14:tracePt t="57435" x="1230313" y="3040063"/>
          <p14:tracePt t="57442" x="1268413" y="3008313"/>
          <p14:tracePt t="57449" x="1312863" y="2970213"/>
          <p14:tracePt t="57456" x="1357313" y="2938463"/>
          <p14:tracePt t="57463" x="1401763" y="2900363"/>
          <p14:tracePt t="57470" x="1439863" y="2868613"/>
          <p14:tracePt t="57477" x="1471613" y="2836863"/>
          <p14:tracePt t="57484" x="1503363" y="2805113"/>
          <p14:tracePt t="57491" x="1522413" y="2778125"/>
          <p14:tracePt t="57498" x="1554163" y="2752725"/>
          <p14:tracePt t="57505" x="1573213" y="2740025"/>
          <p14:tracePt t="57511" x="1606550" y="2720975"/>
          <p14:tracePt t="57519" x="1644650" y="2701925"/>
          <p14:tracePt t="57525" x="1676400" y="2682875"/>
          <p14:tracePt t="57532" x="1708150" y="2670175"/>
          <p14:tracePt t="57540" x="1739900" y="2657475"/>
          <p14:tracePt t="57546" x="1758950" y="2644775"/>
          <p14:tracePt t="57554" x="1790700" y="2632075"/>
          <p14:tracePt t="57560" x="1803400" y="2625725"/>
          <p14:tracePt t="57567" x="1822450" y="2619375"/>
          <p14:tracePt t="57574" x="1841500" y="2613025"/>
          <p14:tracePt t="57582" x="1854200" y="2606675"/>
          <p14:tracePt t="57588" x="1873250" y="2600325"/>
          <p14:tracePt t="57595" x="1892300" y="2587625"/>
          <p14:tracePt t="57603" x="1911350" y="2574925"/>
          <p14:tracePt t="57610" x="1943100" y="2568575"/>
          <p14:tracePt t="57617" x="1968500" y="2562225"/>
          <p14:tracePt t="57624" x="2000250" y="2555875"/>
          <p14:tracePt t="57630" x="2025650" y="2549525"/>
          <p14:tracePt t="57638" x="2051050" y="2543175"/>
          <p14:tracePt t="57645" x="2065338" y="2543175"/>
          <p14:tracePt t="57651" x="2090738" y="2536825"/>
          <p14:tracePt t="57658" x="2103438" y="2536825"/>
          <p14:tracePt t="57666" x="2116138" y="2536825"/>
          <p14:tracePt t="57672" x="2128838" y="2536825"/>
          <p14:tracePt t="57679" x="2141538" y="2536825"/>
          <p14:tracePt t="57686" x="2154238" y="2536825"/>
          <p14:tracePt t="57693" x="2166938" y="2543175"/>
          <p14:tracePt t="57700" x="2185988" y="2543175"/>
          <p14:tracePt t="57707" x="2205038" y="2549525"/>
          <p14:tracePt t="57714" x="2217738" y="2549525"/>
          <p14:tracePt t="57721" x="2236788" y="2549525"/>
          <p14:tracePt t="57728" x="2249488" y="2555875"/>
          <p14:tracePt t="57735" x="2268538" y="2555875"/>
          <p14:tracePt t="57742" x="2281238" y="2562225"/>
          <p14:tracePt t="57749" x="2300288" y="2562225"/>
          <p14:tracePt t="57756" x="2319338" y="2568575"/>
          <p14:tracePt t="57763" x="2332038" y="2568575"/>
          <p14:tracePt t="57770" x="2351088" y="2574925"/>
          <p14:tracePt t="57777" x="2370138" y="2581275"/>
          <p14:tracePt t="57784" x="2382838" y="2587625"/>
          <p14:tracePt t="57791" x="2401888" y="2587625"/>
          <p14:tracePt t="57797" x="2414588" y="2587625"/>
          <p14:tracePt t="57805" x="2427288" y="2593975"/>
          <p14:tracePt t="57812" x="2446338" y="2600325"/>
          <p14:tracePt t="57819" x="2459038" y="2606675"/>
          <p14:tracePt t="57826" x="2471738" y="2606675"/>
          <p14:tracePt t="57832" x="2484438" y="2613025"/>
          <p14:tracePt t="57840" x="2490788" y="2613025"/>
          <p14:tracePt t="57847" x="2503488" y="2619375"/>
          <p14:tracePt t="57853" x="2509838" y="2619375"/>
          <p14:tracePt t="57860" x="2517775" y="2619375"/>
          <p14:tracePt t="57868" x="2524125" y="2619375"/>
          <p14:tracePt t="57875" x="2524125" y="2625725"/>
          <p14:tracePt t="57884" x="2530475" y="2625725"/>
          <p14:tracePt t="57889" x="2536825" y="2632075"/>
          <p14:tracePt t="57896" x="2543175" y="2632075"/>
          <p14:tracePt t="57910" x="2549525" y="2632075"/>
          <p14:tracePt t="57916" x="2555875" y="2632075"/>
          <p14:tracePt t="57924" x="2562225" y="2638425"/>
          <p14:tracePt t="57938" x="2568575" y="2638425"/>
          <p14:tracePt t="57945" x="2574925" y="2638425"/>
          <p14:tracePt t="57951" x="2581275" y="2644775"/>
          <p14:tracePt t="57974" x="2587625" y="2644775"/>
          <p14:tracePt t="57987" x="2593975" y="2644775"/>
          <p14:tracePt t="57994" x="2600325" y="2644775"/>
          <p14:tracePt t="58015" x="2606675" y="2651125"/>
          <p14:tracePt t="58029" x="2613025" y="2651125"/>
          <p14:tracePt t="58064" x="2619375" y="2657475"/>
          <p14:tracePt t="58085" x="2625725" y="2657475"/>
          <p14:tracePt t="58113" x="2632075" y="2657475"/>
          <p14:tracePt t="58120" x="2632075" y="2663825"/>
          <p14:tracePt t="58149" x="2638425" y="2663825"/>
          <p14:tracePt t="58161" x="2638425" y="2670175"/>
          <p14:tracePt t="58198" x="2644775" y="2670175"/>
          <p14:tracePt t="58211" x="2644775" y="2676525"/>
          <p14:tracePt t="58240" x="2644775" y="2682875"/>
          <p14:tracePt t="58268" x="2651125" y="2682875"/>
          <p14:tracePt t="58281" x="2651125" y="2689225"/>
          <p14:tracePt t="58310" x="2651125" y="2695575"/>
          <p14:tracePt t="58319" x="2657475" y="2695575"/>
          <p14:tracePt t="58345" x="2663825" y="2701925"/>
          <p14:tracePt t="58365" x="2663825" y="2708275"/>
          <p14:tracePt t="58371" x="2670175" y="2714625"/>
          <p14:tracePt t="58385" x="2676525" y="2714625"/>
          <p14:tracePt t="58392" x="2676525" y="2720975"/>
          <p14:tracePt t="58399" x="2682875" y="2720975"/>
          <p14:tracePt t="58406" x="2682875" y="2727325"/>
          <p14:tracePt t="58420" x="2682875" y="2733675"/>
          <p14:tracePt t="58427" x="2689225" y="2733675"/>
          <p14:tracePt t="58441" x="2689225" y="2740025"/>
          <p14:tracePt t="58455" x="2695575" y="2740025"/>
          <p14:tracePt t="58469" x="2701925" y="2746375"/>
          <p14:tracePt t="58482" x="2708275" y="2746375"/>
          <p14:tracePt t="58496" x="2714625" y="2746375"/>
          <p14:tracePt t="58504" x="2714625" y="2752725"/>
          <p14:tracePt t="58510" x="2720975" y="2752725"/>
          <p14:tracePt t="58528" x="2727325" y="2752725"/>
          <p14:tracePt t="58531" x="2733675" y="2752725"/>
          <p14:tracePt t="58537" x="2740025" y="2759075"/>
          <p14:tracePt t="58553" x="2752725" y="2765425"/>
          <p14:tracePt t="58559" x="2765425" y="2765425"/>
          <p14:tracePt t="58565" x="2771775" y="2765425"/>
          <p14:tracePt t="58573" x="2778125" y="2765425"/>
          <p14:tracePt t="58579" x="2790825" y="2765425"/>
          <p14:tracePt t="58587" x="2797175" y="2771775"/>
          <p14:tracePt t="58593" x="2803525" y="2771775"/>
          <p14:tracePt t="58600" x="2816225" y="2778125"/>
          <p14:tracePt t="58607" x="2828925" y="2778125"/>
          <p14:tracePt t="58615" x="2835275" y="2778125"/>
          <p14:tracePt t="58622" x="2841625" y="2778125"/>
          <p14:tracePt t="58628" x="2854325" y="2778125"/>
          <p14:tracePt t="58635" x="2860675" y="2778125"/>
          <p14:tracePt t="58650" x="2873375" y="2778125"/>
          <p14:tracePt t="58665" x="2879725" y="2778125"/>
          <p14:tracePt t="58670" x="2886075" y="2778125"/>
          <p14:tracePt t="58677" x="2892425" y="2778125"/>
          <p14:tracePt t="58691" x="2898775" y="2778125"/>
          <p14:tracePt t="58705" x="2905125" y="2778125"/>
          <p14:tracePt t="58720" x="2911475" y="2778125"/>
          <p14:tracePt t="58741" x="2917825" y="2778125"/>
          <p14:tracePt t="58747" x="2917825" y="2784475"/>
          <p14:tracePt t="58753" x="2924175" y="2784475"/>
          <p14:tracePt t="58775" x="2930525" y="2784475"/>
          <p14:tracePt t="58797" x="2936875" y="2784475"/>
          <p14:tracePt t="58811" x="2943225" y="2784475"/>
          <p14:tracePt t="58817" x="2949575" y="2784475"/>
          <p14:tracePt t="58831" x="2955925" y="2784475"/>
          <p14:tracePt t="58853" x="2962275" y="2784475"/>
          <p14:tracePt t="58874" x="2968625" y="2784475"/>
          <p14:tracePt t="58880" x="2976563" y="2784475"/>
          <p14:tracePt t="58894" x="2982913" y="2784475"/>
          <p14:tracePt t="58915" x="2989263" y="2784475"/>
          <p14:tracePt t="58929" x="2995613" y="2784475"/>
          <p14:tracePt t="58935" x="3001963" y="2784475"/>
          <p14:tracePt t="58942" x="3008313" y="2778125"/>
          <p14:tracePt t="58957" x="3014663" y="2778125"/>
          <p14:tracePt t="58963" x="3021013" y="2778125"/>
          <p14:tracePt t="58970" x="3027363" y="2771775"/>
          <p14:tracePt t="58977" x="3033713" y="2771775"/>
          <p14:tracePt t="58985" x="3040063" y="2771775"/>
          <p14:tracePt t="58991" x="3052763" y="2765425"/>
          <p14:tracePt t="59006" x="3059113" y="2765425"/>
          <p14:tracePt t="59012" x="3071813" y="2765425"/>
          <p14:tracePt t="59019" x="3078163" y="2759075"/>
          <p14:tracePt t="59026" x="3084513" y="2759075"/>
          <p14:tracePt t="59033" x="3097213" y="2759075"/>
          <p14:tracePt t="59041" x="3109913" y="2752725"/>
          <p14:tracePt t="59047" x="3116263" y="2752725"/>
          <p14:tracePt t="59054" x="3128963" y="2752725"/>
          <p14:tracePt t="59068" x="3135313" y="2752725"/>
          <p14:tracePt t="59075" x="3148013" y="2752725"/>
          <p14:tracePt t="59082" x="3154363" y="2752725"/>
          <p14:tracePt t="59096" x="3160713" y="2752725"/>
          <p14:tracePt t="59103" x="3167063" y="2752725"/>
          <p14:tracePt t="59109" x="3173413" y="2752725"/>
          <p14:tracePt t="59124" x="3179763" y="2752725"/>
          <p14:tracePt t="59139" x="3186113" y="2752725"/>
          <p14:tracePt t="59145" x="3192463" y="2752725"/>
          <p14:tracePt t="59160" x="3198813" y="2752725"/>
          <p14:tracePt t="59182" x="3205163" y="2752725"/>
          <p14:tracePt t="59195" x="3211513" y="2752725"/>
          <p14:tracePt t="59202" x="3217863" y="2752725"/>
          <p14:tracePt t="59231" x="3224213" y="2752725"/>
          <p14:tracePt t="59266" x="3230563" y="2752725"/>
          <p14:tracePt t="59278" x="3236913" y="2752725"/>
          <p14:tracePt t="59292" x="3243263" y="2752725"/>
          <p14:tracePt t="59322" x="3249613" y="2752725"/>
          <p14:tracePt t="59350" x="3255963" y="2752725"/>
          <p14:tracePt t="59377" x="3262313" y="2752725"/>
          <p14:tracePt t="59383" x="3268663" y="2752725"/>
          <p14:tracePt t="59404" x="3275013" y="2752725"/>
          <p14:tracePt t="59425" x="3281363" y="2752725"/>
          <p14:tracePt t="59446" x="3287713" y="2752725"/>
          <p14:tracePt t="59459" x="3294063" y="2752725"/>
          <p14:tracePt t="59481" x="3300413" y="2752725"/>
          <p14:tracePt t="59502" x="3306763" y="2752725"/>
          <p14:tracePt t="59538" x="3313113" y="2752725"/>
          <p14:tracePt t="59551" x="3319463" y="2752725"/>
          <p14:tracePt t="59655" x="3319463" y="2759075"/>
          <p14:tracePt t="59725" x="3313113" y="2759075"/>
          <p14:tracePt t="73011" x="3300413" y="2830513"/>
          <p14:tracePt t="73016" x="3255963" y="2976563"/>
          <p14:tracePt t="73023" x="3205163" y="3167063"/>
          <p14:tracePt t="73030" x="3148013" y="3371850"/>
          <p14:tracePt t="73036" x="3103563" y="3517900"/>
          <p14:tracePt t="73043" x="3065463" y="3594100"/>
          <p14:tracePt t="73050" x="3027363" y="3665538"/>
          <p14:tracePt t="73057" x="2989263" y="3735388"/>
          <p14:tracePt t="73064" x="2949575" y="3805238"/>
          <p14:tracePt t="73071" x="2911475" y="3868738"/>
          <p14:tracePt t="73078" x="2873375" y="3938588"/>
          <p14:tracePt t="73085" x="2841625" y="3995738"/>
          <p14:tracePt t="73091" x="2797175" y="4059238"/>
          <p14:tracePt t="73099" x="2746375" y="4143375"/>
          <p14:tracePt t="73106" x="2651125" y="4270375"/>
          <p14:tracePt t="73113" x="2549525" y="4410075"/>
          <p14:tracePt t="73120" x="2446338" y="4519613"/>
          <p14:tracePt t="73127" x="2389188" y="4583113"/>
          <p14:tracePt t="73134" x="2338388" y="4633913"/>
          <p14:tracePt t="73140" x="2293938" y="4672013"/>
          <p14:tracePt t="73148" x="2255838" y="4716463"/>
          <p14:tracePt t="73154" x="2205038" y="4748213"/>
          <p14:tracePt t="73161" x="2154238" y="4779963"/>
          <p14:tracePt t="73168" x="2103438" y="4824413"/>
          <p14:tracePt t="73176" x="2051050" y="4849813"/>
          <p14:tracePt t="73183" x="2012950" y="4868863"/>
          <p14:tracePt t="73189" x="1974850" y="4887913"/>
          <p14:tracePt t="73196" x="1930400" y="4906963"/>
          <p14:tracePt t="73203" x="1835150" y="4919663"/>
          <p14:tracePt t="73210" x="1585913" y="4913313"/>
          <p14:tracePt t="73218" x="1211263" y="4799013"/>
          <p14:tracePt t="73224" x="803275" y="4608513"/>
          <p14:tracePt t="73231" x="414338" y="4410075"/>
          <p14:tracePt t="73238" x="133350" y="4206875"/>
          <p14:tracePt t="73245" x="6350" y="4073525"/>
          <p14:tracePt t="73365" x="230188" y="3600450"/>
          <p14:tracePt t="73371" x="490538" y="3314700"/>
          <p14:tracePt t="74099" x="573088" y="3333750"/>
          <p14:tracePt t="74106" x="688975" y="3365500"/>
          <p14:tracePt t="74111" x="796925" y="3397250"/>
          <p14:tracePt t="74118" x="873125" y="3416300"/>
          <p14:tracePt t="74125" x="942975" y="3435350"/>
          <p14:tracePt t="74132" x="1012825" y="3467100"/>
          <p14:tracePt t="74138" x="1089025" y="3486150"/>
          <p14:tracePt t="74146" x="1204913" y="3530600"/>
          <p14:tracePt t="74154" x="1300163" y="3568700"/>
          <p14:tracePt t="74160" x="1389063" y="3606800"/>
          <p14:tracePt t="74167" x="1465263" y="3638550"/>
          <p14:tracePt t="74173" x="1522413" y="3678238"/>
          <p14:tracePt t="74180" x="1592263" y="3703638"/>
          <p14:tracePt t="74188" x="1651000" y="3735388"/>
          <p14:tracePt t="74194" x="1695450" y="3754438"/>
          <p14:tracePt t="74201" x="1733550" y="3779838"/>
          <p14:tracePt t="74208" x="1765300" y="3786188"/>
          <p14:tracePt t="74216" x="1784350" y="3805238"/>
          <p14:tracePt t="74223" x="1790700" y="3811588"/>
          <p14:tracePt t="74229" x="1803400" y="3817938"/>
          <p14:tracePt t="74236" x="1809750" y="3824288"/>
          <p14:tracePt t="74243" x="1822450" y="3830638"/>
          <p14:tracePt t="74264" x="1828800" y="3830638"/>
          <p14:tracePt t="74271" x="1828800" y="3836988"/>
          <p14:tracePt t="76109" x="1841500" y="3836988"/>
          <p14:tracePt t="76114" x="1854200" y="3843338"/>
          <p14:tracePt t="76120" x="1866900" y="3849688"/>
          <p14:tracePt t="76127" x="1873250" y="3856038"/>
          <p14:tracePt t="76134" x="1885950" y="3856038"/>
          <p14:tracePt t="76141" x="1892300" y="3862388"/>
          <p14:tracePt t="76148" x="1905000" y="3868738"/>
          <p14:tracePt t="76155" x="1911350" y="3868738"/>
          <p14:tracePt t="76162" x="1924050" y="3875088"/>
          <p14:tracePt t="76176" x="1936750" y="3875088"/>
          <p14:tracePt t="76183" x="1943100" y="3881438"/>
          <p14:tracePt t="76190" x="1949450" y="3887788"/>
          <p14:tracePt t="76197" x="1968500" y="3894138"/>
          <p14:tracePt t="76204" x="1974850" y="3894138"/>
          <p14:tracePt t="76211" x="1981200" y="3900488"/>
          <p14:tracePt t="76218" x="1993900" y="3906838"/>
          <p14:tracePt t="76225" x="2000250" y="3906838"/>
          <p14:tracePt t="76232" x="2006600" y="3906838"/>
          <p14:tracePt t="76238" x="2019300" y="3913188"/>
          <p14:tracePt t="76246" x="2025650" y="3919538"/>
          <p14:tracePt t="76253" x="2032000" y="3919538"/>
          <p14:tracePt t="76260" x="2038350" y="3925888"/>
          <p14:tracePt t="76266" x="2044700" y="3925888"/>
          <p14:tracePt t="76273" x="2051050" y="3932238"/>
          <p14:tracePt t="76288" x="2058988" y="3932238"/>
          <p14:tracePt t="76295" x="2065338" y="3932238"/>
          <p14:tracePt t="76303" x="2071688" y="3932238"/>
          <p14:tracePt t="76309" x="2071688" y="3938588"/>
          <p14:tracePt t="76315" x="2078038" y="3938588"/>
          <p14:tracePt t="76323" x="2084388" y="3938588"/>
          <p14:tracePt t="76329" x="2090738" y="3938588"/>
          <p14:tracePt t="76343" x="2097088" y="3944938"/>
          <p14:tracePt t="76350" x="2103438" y="3944938"/>
          <p14:tracePt t="76357" x="2109788" y="3944938"/>
          <p14:tracePt t="76364" x="2116138" y="3951288"/>
          <p14:tracePt t="76371" x="2122488" y="3957638"/>
          <p14:tracePt t="76378" x="2135188" y="3957638"/>
          <p14:tracePt t="76385" x="2141538" y="3957638"/>
          <p14:tracePt t="76392" x="2154238" y="3963988"/>
          <p14:tracePt t="76399" x="2160588" y="3970338"/>
          <p14:tracePt t="76406" x="2173288" y="3970338"/>
          <p14:tracePt t="76413" x="2179638" y="3976688"/>
          <p14:tracePt t="76420" x="2185988" y="3976688"/>
          <p14:tracePt t="76427" x="2198688" y="3983038"/>
          <p14:tracePt t="76441" x="2205038" y="3983038"/>
          <p14:tracePt t="76449" x="2217738" y="3983038"/>
          <p14:tracePt t="76456" x="2224088" y="3989388"/>
          <p14:tracePt t="76463" x="2230438" y="3995738"/>
          <p14:tracePt t="76469" x="2243138" y="3995738"/>
          <p14:tracePt t="76475" x="2249488" y="3995738"/>
          <p14:tracePt t="76483" x="2262188" y="4002088"/>
          <p14:tracePt t="76489" x="2274888" y="4008438"/>
          <p14:tracePt t="76498" x="2281238" y="4008438"/>
          <p14:tracePt t="76504" x="2293938" y="4014788"/>
          <p14:tracePt t="76511" x="2300288" y="4014788"/>
          <p14:tracePt t="76518" x="2312988" y="4014788"/>
          <p14:tracePt t="76525" x="2325688" y="4021138"/>
          <p14:tracePt t="76531" x="2332038" y="4021138"/>
          <p14:tracePt t="76539" x="2344738" y="4021138"/>
          <p14:tracePt t="105740" x="2344738" y="4046538"/>
          <p14:tracePt t="105745" x="2338388" y="4086225"/>
          <p14:tracePt t="105752" x="2325688" y="4124325"/>
          <p14:tracePt t="105759" x="2312988" y="4149725"/>
          <p14:tracePt t="105765" x="2300288" y="4168775"/>
          <p14:tracePt t="105773" x="2300288" y="4187825"/>
          <p14:tracePt t="105780" x="2287588" y="4206875"/>
          <p14:tracePt t="105786" x="2281238" y="4219575"/>
          <p14:tracePt t="105793" x="2281238" y="4225925"/>
          <p14:tracePt t="105802" x="2274888" y="4238625"/>
          <p14:tracePt t="105807" x="2274888" y="4251325"/>
          <p14:tracePt t="105821" x="2268538" y="4264025"/>
          <p14:tracePt t="105828" x="2268538" y="4270375"/>
          <p14:tracePt t="105835" x="2268538" y="4276725"/>
          <p14:tracePt t="105842" x="2268538" y="4289425"/>
          <p14:tracePt t="105850" x="2262188" y="4308475"/>
          <p14:tracePt t="105856" x="2249488" y="4333875"/>
          <p14:tracePt t="105864" x="2243138" y="4352925"/>
          <p14:tracePt t="105870" x="2243138" y="4371975"/>
          <p14:tracePt t="105876" x="2236788" y="4391025"/>
          <p14:tracePt t="105884" x="2224088" y="4410075"/>
          <p14:tracePt t="105890" x="2224088" y="4422775"/>
          <p14:tracePt t="105898" x="2217738" y="4435475"/>
          <p14:tracePt t="105905" x="2205038" y="4448175"/>
          <p14:tracePt t="105912" x="2205038" y="4460875"/>
          <p14:tracePt t="108963" x="2179638" y="4460875"/>
          <p14:tracePt t="108969" x="2135188" y="4429125"/>
          <p14:tracePt t="108975" x="2065338" y="4397375"/>
          <p14:tracePt t="108982" x="1968500" y="4333875"/>
          <p14:tracePt t="108991" x="1828800" y="4244975"/>
          <p14:tracePt t="108998" x="1689100" y="4130675"/>
          <p14:tracePt t="109004" x="1566863" y="4014788"/>
          <p14:tracePt t="109011" x="1471613" y="3919538"/>
          <p14:tracePt t="109025" x="1312863" y="3773488"/>
          <p14:tracePt t="109033" x="1217613" y="3690938"/>
          <p14:tracePt t="109039" x="1120775" y="3587750"/>
          <p14:tracePt t="109047" x="1025525" y="3467100"/>
          <p14:tracePt t="109054" x="949325" y="3371850"/>
          <p14:tracePt t="109060" x="904875" y="3308350"/>
          <p14:tracePt t="109067" x="866775" y="3244850"/>
          <p14:tracePt t="109074" x="828675" y="3154363"/>
          <p14:tracePt t="109081" x="695325" y="2919413"/>
          <p14:tracePt t="109088" x="490538" y="2625725"/>
          <p14:tracePt t="109095" x="222250" y="2160588"/>
          <p14:tracePt t="109102" x="31750" y="16954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40233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Matrix Shows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234440"/>
            <a:ext cx="4114800" cy="8686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234440"/>
            <a:ext cx="64008" cy="8686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2893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MQTT_Publish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5453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0.99   Recall: 1.00   F1: 1.00   Support: 829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1819656"/>
            <a:ext cx="3566160" cy="146304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819656"/>
            <a:ext cx="3566160" cy="14630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194560"/>
            <a:ext cx="4114800" cy="868680"/>
          </a:xfrm>
          <a:prstGeom prst="rect">
            <a:avLst/>
          </a:prstGeom>
          <a:solidFill>
            <a:srgbClr val="162032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194560"/>
            <a:ext cx="64008" cy="868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2494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Thing_Speak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00600" y="2505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1.00   Recall: 1.00   F1: 1.00   Support: 1622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00600" y="2779776"/>
            <a:ext cx="3566160" cy="146304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2779776"/>
            <a:ext cx="3566160" cy="1463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154680"/>
            <a:ext cx="4114800" cy="868680"/>
          </a:xfrm>
          <a:prstGeom prst="rect">
            <a:avLst/>
          </a:prstGeom>
          <a:solidFill>
            <a:srgbClr val="162032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3154680"/>
            <a:ext cx="64008" cy="8686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3209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Wipro_bulb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0.82   Recall: 0.62   F1: 0.71   Support: 29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800600" y="3739896"/>
            <a:ext cx="3566160" cy="146304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00600" y="3739896"/>
            <a:ext cx="2531974" cy="14630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4206240"/>
            <a:ext cx="4114800" cy="685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4206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99.40%   |   Weighted F1: 0.99   |   Test Set: 2,480 samples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760" y="44622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Wipro_bulb lower F1 due to class imbalance (only 29 samples in test set)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506"/>
    </mc:Choice>
    <mc:Fallback xmlns="">
      <p:transition spd="slow" advTm="141506"/>
    </mc:Fallback>
  </mc:AlternateContent>
  <p:extLst>
    <p:ext uri="{3A86A75C-4F4B-4683-9AE1-C65F6400EC91}">
      <p14:laserTraceLst xmlns:p14="http://schemas.microsoft.com/office/powerpoint/2010/main">
        <p14:tracePtLst>
          <p14:tracePt t="4186" x="2814638" y="4767263"/>
          <p14:tracePt t="5855" x="2332038" y="4946650"/>
          <p14:tracePt t="5861" x="2370138" y="4792663"/>
          <p14:tracePt t="5868" x="2408238" y="4640263"/>
          <p14:tracePt t="5874" x="2433638" y="4519613"/>
          <p14:tracePt t="5884" x="2465388" y="4397375"/>
          <p14:tracePt t="5891" x="2490788" y="4264025"/>
          <p14:tracePt t="5898" x="2524125" y="4130675"/>
          <p14:tracePt t="5902" x="2536825" y="4046538"/>
          <p14:tracePt t="5909" x="2549525" y="3976688"/>
          <p14:tracePt t="5917" x="2562225" y="3919538"/>
          <p14:tracePt t="5926" x="2568575" y="3881438"/>
          <p14:tracePt t="5932" x="2581275" y="3824288"/>
          <p14:tracePt t="5939" x="2587625" y="3767138"/>
          <p14:tracePt t="5948" x="2593975" y="3703638"/>
          <p14:tracePt t="5953" x="2600325" y="3646488"/>
          <p14:tracePt t="5968" x="2606675" y="3556000"/>
          <p14:tracePt t="5975" x="2613025" y="3511550"/>
          <p14:tracePt t="5981" x="2613025" y="3479800"/>
          <p14:tracePt t="5988" x="2613025" y="3454400"/>
          <p14:tracePt t="5995" x="2619375" y="3435350"/>
          <p14:tracePt t="6002" x="2619375" y="3416300"/>
          <p14:tracePt t="6009" x="2619375" y="3409950"/>
          <p14:tracePt t="6015" x="2619375" y="3390900"/>
          <p14:tracePt t="6028" x="2619375" y="3384550"/>
          <p14:tracePt t="6034" x="2619375" y="3371850"/>
          <p14:tracePt t="6049" x="2619375" y="3365500"/>
          <p14:tracePt t="6055" x="2619375" y="3352800"/>
          <p14:tracePt t="6062" x="2619375" y="3340100"/>
          <p14:tracePt t="6071" x="2619375" y="3327400"/>
          <p14:tracePt t="6078" x="2619375" y="3314700"/>
          <p14:tracePt t="6086" x="2619375" y="3302000"/>
          <p14:tracePt t="6092" x="2619375" y="3289300"/>
          <p14:tracePt t="6106" x="2619375" y="3276600"/>
          <p14:tracePt t="6114" x="2619375" y="3270250"/>
          <p14:tracePt t="6120" x="2619375" y="3263900"/>
          <p14:tracePt t="6127" x="2613025" y="3257550"/>
          <p14:tracePt t="6148" x="2613025" y="3251200"/>
          <p14:tracePt t="6161" x="2613025" y="3244850"/>
          <p14:tracePt t="6182" x="2613025" y="3238500"/>
          <p14:tracePt t="6189" x="2613025" y="3232150"/>
          <p14:tracePt t="6210" x="2613025" y="3225800"/>
          <p14:tracePt t="6224" x="2613025" y="3219450"/>
          <p14:tracePt t="6238" x="2606675" y="3205163"/>
          <p14:tracePt t="6245" x="2606675" y="3186113"/>
          <p14:tracePt t="6252" x="2600325" y="3154363"/>
          <p14:tracePt t="6258" x="2600325" y="3078163"/>
          <p14:tracePt t="6265" x="2574925" y="2944813"/>
          <p14:tracePt t="6274" x="2568575" y="2784475"/>
          <p14:tracePt t="6279" x="2555875" y="2676525"/>
          <p14:tracePt t="6286" x="2555875" y="2606675"/>
          <p14:tracePt t="6294" x="2555875" y="2574925"/>
          <p14:tracePt t="6300" x="2555875" y="2562225"/>
          <p14:tracePt t="6307" x="2555875" y="2549525"/>
          <p14:tracePt t="6315" x="2555875" y="2536825"/>
          <p14:tracePt t="6329" x="2555875" y="2524125"/>
          <p14:tracePt t="6350" x="2555875" y="2517775"/>
          <p14:tracePt t="6364" x="2555875" y="2505075"/>
          <p14:tracePt t="6371" x="2562225" y="2492375"/>
          <p14:tracePt t="6377" x="2562225" y="2447925"/>
          <p14:tracePt t="6384" x="2574925" y="2371725"/>
          <p14:tracePt t="6392" x="2581275" y="2281238"/>
          <p14:tracePt t="6399" x="2593975" y="2192338"/>
          <p14:tracePt t="6406" x="2600325" y="2141538"/>
          <p14:tracePt t="6412" x="2606675" y="2116138"/>
          <p14:tracePt t="6420" x="2606675" y="2103438"/>
          <p14:tracePt t="6426" x="2613025" y="2090738"/>
          <p14:tracePt t="6440" x="2613025" y="2084388"/>
          <p14:tracePt t="6461" x="2613025" y="2078038"/>
          <p14:tracePt t="6468" x="2613025" y="2071688"/>
          <p14:tracePt t="31380" x="2625725" y="2078038"/>
          <p14:tracePt t="31385" x="2657475" y="2109788"/>
          <p14:tracePt t="31391" x="2682875" y="2135188"/>
          <p14:tracePt t="31398" x="2701925" y="2154238"/>
          <p14:tracePt t="31405" x="2727325" y="2179638"/>
          <p14:tracePt t="31411" x="2752725" y="2211388"/>
          <p14:tracePt t="31418" x="2765425" y="2230438"/>
          <p14:tracePt t="31425" x="2784475" y="2255838"/>
          <p14:tracePt t="31432" x="2797175" y="2281238"/>
          <p14:tracePt t="31439" x="2809875" y="2312988"/>
          <p14:tracePt t="31446" x="2809875" y="2338388"/>
          <p14:tracePt t="31457" x="2822575" y="2365375"/>
          <p14:tracePt t="31460" x="2828925" y="2409825"/>
          <p14:tracePt t="31469" x="2841625" y="2447925"/>
          <p14:tracePt t="31475" x="2847975" y="2498725"/>
          <p14:tracePt t="31482" x="2860675" y="2562225"/>
          <p14:tracePt t="31489" x="2867025" y="2632075"/>
          <p14:tracePt t="31498" x="2886075" y="2695575"/>
          <p14:tracePt t="31503" x="2892425" y="2765425"/>
          <p14:tracePt t="31510" x="2892425" y="2817813"/>
          <p14:tracePt t="31516" x="2898775" y="2862263"/>
          <p14:tracePt t="31523" x="2898775" y="2900363"/>
          <p14:tracePt t="31530" x="2905125" y="2932113"/>
          <p14:tracePt t="31537" x="2905125" y="2957513"/>
          <p14:tracePt t="31547" x="2905125" y="2982913"/>
          <p14:tracePt t="31551" x="2905125" y="3001963"/>
          <p14:tracePt t="31558" x="2905125" y="3021013"/>
          <p14:tracePt t="31565" x="2911475" y="3040063"/>
          <p14:tracePt t="31572" x="2911475" y="3052763"/>
          <p14:tracePt t="31579" x="2911475" y="3059113"/>
          <p14:tracePt t="31586" x="2911475" y="3065463"/>
          <p14:tracePt t="31594" x="2911475" y="3078163"/>
          <p14:tracePt t="31600" x="2911475" y="3084513"/>
          <p14:tracePt t="31614" x="2911475" y="3090863"/>
          <p14:tracePt t="31628" x="2911475" y="3097213"/>
          <p14:tracePt t="31643" x="2911475" y="3103563"/>
          <p14:tracePt t="31671" x="2911475" y="3109913"/>
          <p14:tracePt t="48122" x="2905125" y="3122613"/>
          <p14:tracePt t="48128" x="2873375" y="3148013"/>
          <p14:tracePt t="48135" x="2841625" y="3173413"/>
          <p14:tracePt t="48142" x="2816225" y="3198813"/>
          <p14:tracePt t="48149" x="2778125" y="3225800"/>
          <p14:tracePt t="48156" x="2746375" y="3244850"/>
          <p14:tracePt t="48163" x="2714625" y="3263900"/>
          <p14:tracePt t="48169" x="2682875" y="3282950"/>
          <p14:tracePt t="48176" x="2644775" y="3308350"/>
          <p14:tracePt t="48183" x="2600325" y="3346450"/>
          <p14:tracePt t="48190" x="2536825" y="3378200"/>
          <p14:tracePt t="48197" x="2459038" y="3416300"/>
          <p14:tracePt t="48204" x="2370138" y="3454400"/>
          <p14:tracePt t="48211" x="2300288" y="3473450"/>
          <p14:tracePt t="48218" x="2236788" y="3492500"/>
          <p14:tracePt t="48225" x="2185988" y="3505200"/>
          <p14:tracePt t="48232" x="2141538" y="3511550"/>
          <p14:tracePt t="48239" x="2103438" y="3517900"/>
          <p14:tracePt t="48246" x="2078038" y="3524250"/>
          <p14:tracePt t="48253" x="2051050" y="3524250"/>
          <p14:tracePt t="48260" x="2032000" y="3524250"/>
          <p14:tracePt t="48267" x="2012950" y="3524250"/>
          <p14:tracePt t="48274" x="2000250" y="3524250"/>
          <p14:tracePt t="48282" x="1987550" y="3524250"/>
          <p14:tracePt t="48288" x="1974850" y="3524250"/>
          <p14:tracePt t="48295" x="1968500" y="3511550"/>
          <p14:tracePt t="48302" x="1955800" y="3505200"/>
          <p14:tracePt t="48309" x="1943100" y="3492500"/>
          <p14:tracePt t="48316" x="1911350" y="3460750"/>
          <p14:tracePt t="48323" x="1879600" y="3403600"/>
          <p14:tracePt t="48330" x="1822450" y="3308350"/>
          <p14:tracePt t="48337" x="1746250" y="3173413"/>
          <p14:tracePt t="48344" x="1670050" y="3052763"/>
          <p14:tracePt t="48351" x="1631950" y="2982913"/>
          <p14:tracePt t="48358" x="1598613" y="2932113"/>
          <p14:tracePt t="48365" x="1573213" y="2881313"/>
          <p14:tracePt t="48373" x="1560513" y="2855913"/>
          <p14:tracePt t="48378" x="1554163" y="2824163"/>
          <p14:tracePt t="48385" x="1547813" y="2798763"/>
          <p14:tracePt t="48392" x="1541463" y="2771775"/>
          <p14:tracePt t="48400" x="1535113" y="2740025"/>
          <p14:tracePt t="48406" x="1528763" y="2714625"/>
          <p14:tracePt t="48413" x="1528763" y="2676525"/>
          <p14:tracePt t="48420" x="1528763" y="2651125"/>
          <p14:tracePt t="48427" x="1528763" y="2625725"/>
          <p14:tracePt t="48435" x="1528763" y="2606675"/>
          <p14:tracePt t="48441" x="1535113" y="2593975"/>
          <p14:tracePt t="48448" x="1541463" y="2574925"/>
          <p14:tracePt t="48456" x="1541463" y="2562225"/>
          <p14:tracePt t="48463" x="1554163" y="2549525"/>
          <p14:tracePt t="48470" x="1560513" y="2536825"/>
          <p14:tracePt t="48479" x="1566863" y="2530475"/>
          <p14:tracePt t="48484" x="1573213" y="2511425"/>
          <p14:tracePt t="48492" x="1592263" y="2498725"/>
          <p14:tracePt t="48497" x="1598613" y="2486025"/>
          <p14:tracePt t="48505" x="1619250" y="2460625"/>
          <p14:tracePt t="48511" x="1638300" y="2441575"/>
          <p14:tracePt t="48519" x="1657350" y="2409825"/>
          <p14:tracePt t="48526" x="1682750" y="2390775"/>
          <p14:tracePt t="48535" x="1695450" y="2365375"/>
          <p14:tracePt t="48540" x="1720850" y="2338388"/>
          <p14:tracePt t="48548" x="1739900" y="2325688"/>
          <p14:tracePt t="48554" x="1765300" y="2312988"/>
          <p14:tracePt t="48561" x="1790700" y="2300288"/>
          <p14:tracePt t="48568" x="1809750" y="2300288"/>
          <p14:tracePt t="48575" x="1841500" y="2293938"/>
          <p14:tracePt t="48581" x="1860550" y="2293938"/>
          <p14:tracePt t="48588" x="1873250" y="2293938"/>
          <p14:tracePt t="48595" x="1885950" y="2293938"/>
          <p14:tracePt t="48602" x="1898650" y="2293938"/>
          <p14:tracePt t="48609" x="1905000" y="2293938"/>
          <p14:tracePt t="48617" x="1917700" y="2293938"/>
          <p14:tracePt t="48624" x="1924050" y="2300288"/>
          <p14:tracePt t="48631" x="1943100" y="2319338"/>
          <p14:tracePt t="48637" x="1974850" y="2359025"/>
          <p14:tracePt t="48644" x="2000250" y="2403475"/>
          <p14:tracePt t="48651" x="2032000" y="2466975"/>
          <p14:tracePt t="48659" x="2071688" y="2549525"/>
          <p14:tracePt t="48666" x="2097088" y="2638425"/>
          <p14:tracePt t="48673" x="2122488" y="2740025"/>
          <p14:tracePt t="48679" x="2128838" y="2817813"/>
          <p14:tracePt t="48686" x="2141538" y="2874963"/>
          <p14:tracePt t="48693" x="2147888" y="2913063"/>
          <p14:tracePt t="48700" x="2147888" y="2944813"/>
          <p14:tracePt t="48706" x="2147888" y="2970213"/>
          <p14:tracePt t="48714" x="2147888" y="3008313"/>
          <p14:tracePt t="48720" x="2141538" y="3033713"/>
          <p14:tracePt t="48728" x="2141538" y="3052763"/>
          <p14:tracePt t="48735" x="2141538" y="3071813"/>
          <p14:tracePt t="48741" x="2135188" y="3090863"/>
          <p14:tracePt t="48750" x="2128838" y="3109913"/>
          <p14:tracePt t="48755" x="2122488" y="3122613"/>
          <p14:tracePt t="48763" x="2103438" y="3128963"/>
          <p14:tracePt t="48769" x="2097088" y="3141663"/>
          <p14:tracePt t="48777" x="2084388" y="3148013"/>
          <p14:tracePt t="51101" x="2071688" y="3154363"/>
          <p14:tracePt t="51107" x="2065338" y="3160713"/>
          <p14:tracePt t="51114" x="2058988" y="3167063"/>
          <p14:tracePt t="51120" x="2044700" y="3173413"/>
          <p14:tracePt t="51128" x="2032000" y="3186113"/>
          <p14:tracePt t="51135" x="2019300" y="3192463"/>
          <p14:tracePt t="51141" x="2006600" y="3192463"/>
          <p14:tracePt t="51149" x="1993900" y="3198813"/>
          <p14:tracePt t="51156" x="1987550" y="3205163"/>
          <p14:tracePt t="51163" x="1968500" y="3211513"/>
          <p14:tracePt t="51169" x="1949450" y="3211513"/>
          <p14:tracePt t="51176" x="1892300" y="3211513"/>
          <p14:tracePt t="51183" x="1816100" y="3198813"/>
          <p14:tracePt t="51190" x="1727200" y="3167063"/>
          <p14:tracePt t="51197" x="1651000" y="3122613"/>
          <p14:tracePt t="51204" x="1573213" y="3090863"/>
          <p14:tracePt t="51211" x="1535113" y="3065463"/>
          <p14:tracePt t="51218" x="1509713" y="3040063"/>
          <p14:tracePt t="51225" x="1490663" y="3021013"/>
          <p14:tracePt t="51232" x="1471613" y="3001963"/>
          <p14:tracePt t="51239" x="1452563" y="2989263"/>
          <p14:tracePt t="51246" x="1439863" y="2970213"/>
          <p14:tracePt t="51253" x="1414463" y="2951163"/>
          <p14:tracePt t="51260" x="1382713" y="2913063"/>
          <p14:tracePt t="51267" x="1331913" y="2836863"/>
          <p14:tracePt t="51274" x="1230313" y="2663825"/>
          <p14:tracePt t="51281" x="1095375" y="2428875"/>
          <p14:tracePt t="51287" x="1012825" y="2262188"/>
          <p14:tracePt t="51295" x="987425" y="2185988"/>
          <p14:tracePt t="51301" x="968375" y="2128838"/>
          <p14:tracePt t="51309" x="955675" y="2084388"/>
          <p14:tracePt t="51316" x="955675" y="2052638"/>
          <p14:tracePt t="51322" x="949325" y="2027238"/>
          <p14:tracePt t="51330" x="949325" y="2008188"/>
          <p14:tracePt t="51337" x="949325" y="1989138"/>
          <p14:tracePt t="51343" x="949325" y="1970088"/>
          <p14:tracePt t="51350" x="949325" y="1951038"/>
          <p14:tracePt t="51357" x="955675" y="1931988"/>
          <p14:tracePt t="51365" x="962025" y="1911350"/>
          <p14:tracePt t="51372" x="974725" y="1892300"/>
          <p14:tracePt t="51379" x="981075" y="1860550"/>
          <p14:tracePt t="51385" x="993775" y="1835150"/>
          <p14:tracePt t="51393" x="1012825" y="1797050"/>
          <p14:tracePt t="51400" x="1038225" y="1765300"/>
          <p14:tracePt t="51407" x="1063625" y="1733550"/>
          <p14:tracePt t="51414" x="1089025" y="1708150"/>
          <p14:tracePt t="51422" x="1108075" y="1682750"/>
          <p14:tracePt t="51428" x="1133475" y="1657350"/>
          <p14:tracePt t="51434" x="1154113" y="1651000"/>
          <p14:tracePt t="51441" x="1173163" y="1638300"/>
          <p14:tracePt t="51448" x="1192213" y="1631950"/>
          <p14:tracePt t="51455" x="1204913" y="1625600"/>
          <p14:tracePt t="51463" x="1217613" y="1619250"/>
          <p14:tracePt t="51470" x="1230313" y="1619250"/>
          <p14:tracePt t="51477" x="1249363" y="1619250"/>
          <p14:tracePt t="51484" x="1262063" y="1619250"/>
          <p14:tracePt t="51491" x="1287463" y="1619250"/>
          <p14:tracePt t="51497" x="1319213" y="1631950"/>
          <p14:tracePt t="51505" x="1363663" y="1657350"/>
          <p14:tracePt t="51512" x="1401763" y="1682750"/>
          <p14:tracePt t="51518" x="1458913" y="1708150"/>
          <p14:tracePt t="51525" x="1497013" y="1739900"/>
          <p14:tracePt t="51532" x="1535113" y="1771650"/>
          <p14:tracePt t="51539" x="1573213" y="1816100"/>
          <p14:tracePt t="51547" x="1612900" y="1860550"/>
          <p14:tracePt t="51553" x="1651000" y="1905000"/>
          <p14:tracePt t="51560" x="1682750" y="1963738"/>
          <p14:tracePt t="51567" x="1714500" y="2027238"/>
          <p14:tracePt t="51574" x="1739900" y="2078038"/>
          <p14:tracePt t="51581" x="1758950" y="2122488"/>
          <p14:tracePt t="51588" x="1765300" y="2154238"/>
          <p14:tracePt t="51595" x="1778000" y="2179638"/>
          <p14:tracePt t="51602" x="1778000" y="2211388"/>
          <p14:tracePt t="51609" x="1784350" y="2236788"/>
          <p14:tracePt t="51616" x="1784350" y="2255838"/>
          <p14:tracePt t="51623" x="1784350" y="2281238"/>
          <p14:tracePt t="51629" x="1784350" y="2306638"/>
          <p14:tracePt t="51637" x="1784350" y="2344738"/>
          <p14:tracePt t="51644" x="1778000" y="2390775"/>
          <p14:tracePt t="51651" x="1765300" y="2422525"/>
          <p14:tracePt t="51658" x="1752600" y="2466975"/>
          <p14:tracePt t="51665" x="1739900" y="2511425"/>
          <p14:tracePt t="51672" x="1727200" y="2549525"/>
          <p14:tracePt t="51679" x="1701800" y="2581275"/>
          <p14:tracePt t="51686" x="1676400" y="2619375"/>
          <p14:tracePt t="51693" x="1657350" y="2651125"/>
          <p14:tracePt t="51699" x="1625600" y="2682875"/>
          <p14:tracePt t="51707" x="1592263" y="2701925"/>
          <p14:tracePt t="51713" x="1560513" y="2733675"/>
          <p14:tracePt t="51720" x="1522413" y="2752725"/>
          <p14:tracePt t="51727" x="1465263" y="2778125"/>
          <p14:tracePt t="51735" x="1376363" y="2778125"/>
          <p14:tracePt t="51742" x="1262063" y="2765425"/>
          <p14:tracePt t="51748" x="1120775" y="2727325"/>
          <p14:tracePt t="51755" x="1019175" y="2708275"/>
          <p14:tracePt t="51762" x="955675" y="2682875"/>
          <p14:tracePt t="51769" x="911225" y="2670175"/>
          <p14:tracePt t="51776" x="892175" y="2663825"/>
          <p14:tracePt t="51783" x="879475" y="2657475"/>
          <p14:tracePt t="51790" x="866775" y="2651125"/>
          <p14:tracePt t="51797" x="860425" y="2644775"/>
          <p14:tracePt t="51805" x="854075" y="2638425"/>
          <p14:tracePt t="51819" x="847725" y="2638425"/>
          <p14:tracePt t="51825" x="847725" y="2632075"/>
          <p14:tracePt t="51832" x="847725" y="2625725"/>
          <p14:tracePt t="51840" x="847725" y="2619375"/>
          <p14:tracePt t="51846" x="847725" y="2613025"/>
          <p14:tracePt t="51854" x="847725" y="2593975"/>
          <p14:tracePt t="51860" x="847725" y="2555875"/>
          <p14:tracePt t="51867" x="854075" y="2479675"/>
          <p14:tracePt t="51874" x="866775" y="2390775"/>
          <p14:tracePt t="51882" x="885825" y="2306638"/>
          <p14:tracePt t="51889" x="923925" y="2217738"/>
          <p14:tracePt t="51895" x="955675" y="2135188"/>
          <p14:tracePt t="51902" x="981075" y="2078038"/>
          <p14:tracePt t="51909" x="1025525" y="2020888"/>
          <p14:tracePt t="51916" x="1057275" y="1989138"/>
          <p14:tracePt t="51923" x="1095375" y="1957388"/>
          <p14:tracePt t="51930" x="1120775" y="1931988"/>
          <p14:tracePt t="51937" x="1160463" y="1911350"/>
          <p14:tracePt t="51945" x="1185863" y="1905000"/>
          <p14:tracePt t="51951" x="1204913" y="1898650"/>
          <p14:tracePt t="51958" x="1223963" y="1892300"/>
          <p14:tracePt t="51965" x="1236663" y="1885950"/>
          <p14:tracePt t="51972" x="1255713" y="1885950"/>
          <p14:tracePt t="51979" x="1274763" y="1885950"/>
          <p14:tracePt t="51986" x="1300163" y="1885950"/>
          <p14:tracePt t="51993" x="1338263" y="1898650"/>
          <p14:tracePt t="52000" x="1382713" y="1924050"/>
          <p14:tracePt t="52007" x="1446213" y="1970088"/>
          <p14:tracePt t="52014" x="1503363" y="2027238"/>
          <p14:tracePt t="52021" x="1560513" y="2078038"/>
          <p14:tracePt t="52028" x="1598613" y="2128838"/>
          <p14:tracePt t="52034" x="1638300" y="2173288"/>
          <p14:tracePt t="52041" x="1670050" y="2224088"/>
          <p14:tracePt t="52049" x="1689100" y="2268538"/>
          <p14:tracePt t="52055" x="1708150" y="2312988"/>
          <p14:tracePt t="52062" x="1720850" y="2365375"/>
          <p14:tracePt t="52070" x="1727200" y="2416175"/>
          <p14:tracePt t="52076" x="1733550" y="2466975"/>
          <p14:tracePt t="52083" x="1733550" y="2511425"/>
          <p14:tracePt t="52090" x="1727200" y="2549525"/>
          <p14:tracePt t="52097" x="1720850" y="2574925"/>
          <p14:tracePt t="52105" x="1714500" y="2606675"/>
          <p14:tracePt t="52111" x="1695450" y="2632075"/>
          <p14:tracePt t="52118" x="1676400" y="2670175"/>
          <p14:tracePt t="52126" x="1657350" y="2701925"/>
          <p14:tracePt t="52132" x="1625600" y="2733675"/>
          <p14:tracePt t="52139" x="1573213" y="2771775"/>
          <p14:tracePt t="52147" x="1522413" y="2811463"/>
          <p14:tracePt t="52155" x="1465263" y="2836863"/>
          <p14:tracePt t="52161" x="1395413" y="2855913"/>
          <p14:tracePt t="52168" x="1344613" y="2868613"/>
          <p14:tracePt t="52174" x="1293813" y="2874963"/>
          <p14:tracePt t="52182" x="1230313" y="2874963"/>
          <p14:tracePt t="52188" x="1173163" y="2874963"/>
          <p14:tracePt t="52195" x="1108075" y="2855913"/>
          <p14:tracePt t="52202" x="1038225" y="2824163"/>
          <p14:tracePt t="52209" x="968375" y="2778125"/>
          <p14:tracePt t="52217" x="898525" y="2727325"/>
          <p14:tracePt t="52223" x="835025" y="2676525"/>
          <p14:tracePt t="52230" x="777875" y="2619375"/>
          <p14:tracePt t="52237" x="733425" y="2549525"/>
          <p14:tracePt t="52244" x="708025" y="2479675"/>
          <p14:tracePt t="52251" x="695325" y="2422525"/>
          <p14:tracePt t="52258" x="695325" y="2378075"/>
          <p14:tracePt t="52265" x="695325" y="2351088"/>
          <p14:tracePt t="52273" x="695325" y="2312988"/>
          <p14:tracePt t="52279" x="695325" y="2293938"/>
          <p14:tracePt t="52286" x="708025" y="2274888"/>
          <p14:tracePt t="52293" x="720725" y="2255838"/>
          <p14:tracePt t="52299" x="733425" y="2243138"/>
          <p14:tracePt t="52307" x="739775" y="2230438"/>
          <p14:tracePt t="52314" x="752475" y="2211388"/>
          <p14:tracePt t="52321" x="771525" y="2185988"/>
          <p14:tracePt t="52328" x="784225" y="2173288"/>
          <p14:tracePt t="52335" x="796925" y="2154238"/>
          <p14:tracePt t="52342" x="815975" y="2128838"/>
          <p14:tracePt t="52349" x="841375" y="2103438"/>
          <p14:tracePt t="52355" x="873125" y="2084388"/>
          <p14:tracePt t="52362" x="898525" y="2052638"/>
          <p14:tracePt t="52369" x="936625" y="2033588"/>
          <p14:tracePt t="52376" x="974725" y="2014538"/>
          <p14:tracePt t="52383" x="1012825" y="1995488"/>
          <p14:tracePt t="52390" x="1057275" y="1982788"/>
          <p14:tracePt t="52397" x="1095375" y="1976438"/>
          <p14:tracePt t="52405" x="1133475" y="1976438"/>
          <p14:tracePt t="52412" x="1198563" y="1982788"/>
          <p14:tracePt t="52419" x="1262063" y="2001838"/>
          <p14:tracePt t="52425" x="1331913" y="2039938"/>
          <p14:tracePt t="52434" x="1395413" y="2090738"/>
          <p14:tracePt t="52439" x="1446213" y="2128838"/>
          <p14:tracePt t="52446" x="1490663" y="2166938"/>
          <p14:tracePt t="52453" x="1528763" y="2198688"/>
          <p14:tracePt t="52460" x="1554163" y="2230438"/>
          <p14:tracePt t="52467" x="1566863" y="2255838"/>
          <p14:tracePt t="52474" x="1585913" y="2274888"/>
          <p14:tracePt t="52481" x="1592263" y="2293938"/>
          <p14:tracePt t="52488" x="1598613" y="2325688"/>
          <p14:tracePt t="52495" x="1598613" y="2344738"/>
          <p14:tracePt t="52502" x="1598613" y="2365375"/>
          <p14:tracePt t="52509" x="1598613" y="2397125"/>
          <p14:tracePt t="52516" x="1598613" y="2416175"/>
          <p14:tracePt t="52523" x="1592263" y="2441575"/>
          <p14:tracePt t="52530" x="1579563" y="2466975"/>
          <p14:tracePt t="52537" x="1566863" y="2486025"/>
          <p14:tracePt t="52544" x="1554163" y="2505075"/>
          <p14:tracePt t="52551" x="1541463" y="2524125"/>
          <p14:tracePt t="52558" x="1516063" y="2536825"/>
          <p14:tracePt t="52565" x="1490663" y="2562225"/>
          <p14:tracePt t="52572" x="1465263" y="2581275"/>
          <p14:tracePt t="52579" x="1433513" y="2593975"/>
          <p14:tracePt t="52586" x="1414463" y="2606675"/>
          <p14:tracePt t="52593" x="1382713" y="2619375"/>
          <p14:tracePt t="52600" x="1357313" y="2632075"/>
          <p14:tracePt t="52607" x="1325563" y="2638425"/>
          <p14:tracePt t="52614" x="1300163" y="2638425"/>
          <p14:tracePt t="52620" x="1268413" y="2638425"/>
          <p14:tracePt t="52628" x="1230313" y="2638425"/>
          <p14:tracePt t="52635" x="1198563" y="2632075"/>
          <p14:tracePt t="52641" x="1160463" y="2625725"/>
          <p14:tracePt t="52648" x="1133475" y="2613025"/>
          <p14:tracePt t="52656" x="1114425" y="2606675"/>
          <p14:tracePt t="52662" x="1101725" y="2600325"/>
          <p14:tracePt t="52669" x="1101725" y="2593975"/>
          <p14:tracePt t="52677" x="1089025" y="2587625"/>
          <p14:tracePt t="52684" x="1082675" y="2574925"/>
          <p14:tracePt t="52691" x="1076325" y="2562225"/>
          <p14:tracePt t="52697" x="1069975" y="2536825"/>
          <p14:tracePt t="52704" x="1063625" y="2498725"/>
          <p14:tracePt t="52711" x="1057275" y="2441575"/>
          <p14:tracePt t="52718" x="1057275" y="2384425"/>
          <p14:tracePt t="52726" x="1057275" y="2319338"/>
          <p14:tracePt t="52732" x="1082675" y="2262188"/>
          <p14:tracePt t="52739" x="1095375" y="2205038"/>
          <p14:tracePt t="52746" x="1114425" y="2154238"/>
          <p14:tracePt t="52753" x="1139825" y="2109788"/>
          <p14:tracePt t="52760" x="1160463" y="2071688"/>
          <p14:tracePt t="52767" x="1179513" y="2046288"/>
          <p14:tracePt t="52774" x="1192213" y="2027238"/>
          <p14:tracePt t="52781" x="1204913" y="2008188"/>
          <p14:tracePt t="52788" x="1217613" y="2001838"/>
          <p14:tracePt t="52795" x="1223963" y="1989138"/>
          <p14:tracePt t="52802" x="1243013" y="1982788"/>
          <p14:tracePt t="52810" x="1249363" y="1976438"/>
          <p14:tracePt t="52816" x="1262063" y="1970088"/>
          <p14:tracePt t="52823" x="1281113" y="1963738"/>
          <p14:tracePt t="52830" x="1300163" y="1963738"/>
          <p14:tracePt t="52837" x="1325563" y="1963738"/>
          <p14:tracePt t="52844" x="1370013" y="1970088"/>
          <p14:tracePt t="52851" x="1414463" y="1989138"/>
          <p14:tracePt t="52857" x="1465263" y="2014538"/>
          <p14:tracePt t="52865" x="1509713" y="2052638"/>
          <p14:tracePt t="52872" x="1547813" y="2084388"/>
          <p14:tracePt t="52879" x="1579563" y="2109788"/>
          <p14:tracePt t="52886" x="1612900" y="2128838"/>
          <p14:tracePt t="52892" x="1644650" y="2160588"/>
          <p14:tracePt t="52900" x="1663700" y="2192338"/>
          <p14:tracePt t="52907" x="1689100" y="2224088"/>
          <p14:tracePt t="52914" x="1708150" y="2262188"/>
          <p14:tracePt t="52920" x="1720850" y="2287588"/>
          <p14:tracePt t="52927" x="1727200" y="2325688"/>
          <p14:tracePt t="52935" x="1733550" y="2351088"/>
          <p14:tracePt t="52942" x="1733550" y="2378075"/>
          <p14:tracePt t="52948" x="1733550" y="2409825"/>
          <p14:tracePt t="52956" x="1727200" y="2435225"/>
          <p14:tracePt t="52962" x="1714500" y="2454275"/>
          <p14:tracePt t="52969" x="1708150" y="2479675"/>
          <p14:tracePt t="52976" x="1682750" y="2498725"/>
          <p14:tracePt t="52983" x="1663700" y="2524125"/>
          <p14:tracePt t="52990" x="1631950" y="2549525"/>
          <p14:tracePt t="52997" x="1560513" y="2593975"/>
          <p14:tracePt t="53004" x="1446213" y="2632075"/>
          <p14:tracePt t="53011" x="1300163" y="2676525"/>
          <p14:tracePt t="53018" x="1147763" y="2714625"/>
          <p14:tracePt t="53025" x="1031875" y="2740025"/>
          <p14:tracePt t="53032" x="930275" y="2759075"/>
          <p14:tracePt t="53039" x="873125" y="2765425"/>
          <p14:tracePt t="53047" x="822325" y="2771775"/>
          <p14:tracePt t="53053" x="784225" y="2778125"/>
          <p14:tracePt t="53060" x="758825" y="2778125"/>
          <p14:tracePt t="53067" x="746125" y="2778125"/>
          <p14:tracePt t="53074" x="733425" y="2778125"/>
          <p14:tracePt t="53082" x="720725" y="2778125"/>
          <p14:tracePt t="53096" x="714375" y="2778125"/>
          <p14:tracePt t="53102" x="708025" y="2778125"/>
          <p14:tracePt t="53117" x="701675" y="2778125"/>
          <p14:tracePt t="53123" x="695325" y="2771775"/>
          <p14:tracePt t="53131" x="695325" y="2765425"/>
          <p14:tracePt t="53138" x="688975" y="2752725"/>
          <p14:tracePt t="53144" x="681038" y="2727325"/>
          <p14:tracePt t="53151" x="674688" y="2701925"/>
          <p14:tracePt t="53158" x="668338" y="2657475"/>
          <p14:tracePt t="53165" x="668338" y="2587625"/>
          <p14:tracePt t="53172" x="668338" y="2524125"/>
          <p14:tracePt t="53179" x="681038" y="2454275"/>
          <p14:tracePt t="53186" x="695325" y="2403475"/>
          <p14:tracePt t="53193" x="708025" y="2365375"/>
          <p14:tracePt t="53200" x="714375" y="2332038"/>
          <p14:tracePt t="53207" x="720725" y="2312988"/>
          <p14:tracePt t="53214" x="733425" y="2300288"/>
          <p14:tracePt t="53220" x="739775" y="2281238"/>
          <p14:tracePt t="53227" x="752475" y="2268538"/>
          <p14:tracePt t="53235" x="758825" y="2255838"/>
          <p14:tracePt t="53242" x="771525" y="2243138"/>
          <p14:tracePt t="53249" x="784225" y="2230438"/>
          <p14:tracePt t="53256" x="796925" y="2224088"/>
          <p14:tracePt t="53263" x="809625" y="2217738"/>
          <p14:tracePt t="53270" x="828675" y="2211388"/>
          <p14:tracePt t="53276" x="847725" y="2198688"/>
          <p14:tracePt t="53283" x="885825" y="2185988"/>
          <p14:tracePt t="53290" x="911225" y="2179638"/>
          <p14:tracePt t="53299" x="955675" y="2173288"/>
          <p14:tracePt t="53305" x="1000125" y="2166938"/>
          <p14:tracePt t="53311" x="1038225" y="2166938"/>
          <p14:tracePt t="53318" x="1101725" y="2166938"/>
          <p14:tracePt t="53326" x="1166813" y="2179638"/>
          <p14:tracePt t="53333" x="1230313" y="2205038"/>
          <p14:tracePt t="53340" x="1293813" y="2224088"/>
          <p14:tracePt t="53347" x="1338263" y="2236788"/>
          <p14:tracePt t="53356" x="1370013" y="2255838"/>
          <p14:tracePt t="53362" x="1395413" y="2268538"/>
          <p14:tracePt t="53368" x="1420813" y="2281238"/>
          <p14:tracePt t="53375" x="1446213" y="2300288"/>
          <p14:tracePt t="53381" x="1471613" y="2319338"/>
          <p14:tracePt t="53389" x="1484313" y="2332038"/>
          <p14:tracePt t="53395" x="1509713" y="2344738"/>
          <p14:tracePt t="53402" x="1528763" y="2371725"/>
          <p14:tracePt t="53409" x="1547813" y="2397125"/>
          <p14:tracePt t="53417" x="1560513" y="2422525"/>
          <p14:tracePt t="53424" x="1566863" y="2441575"/>
          <p14:tracePt t="53430" x="1579563" y="2473325"/>
          <p14:tracePt t="53437" x="1585913" y="2492375"/>
          <p14:tracePt t="53444" x="1592263" y="2511425"/>
          <p14:tracePt t="53451" x="1592263" y="2530475"/>
          <p14:tracePt t="53458" x="1592263" y="2543175"/>
          <p14:tracePt t="53465" x="1592263" y="2562225"/>
          <p14:tracePt t="53472" x="1585913" y="2574925"/>
          <p14:tracePt t="53479" x="1585913" y="2587625"/>
          <p14:tracePt t="53486" x="1579563" y="2593975"/>
          <p14:tracePt t="53493" x="1573213" y="2606675"/>
          <p14:tracePt t="53500" x="1573213" y="2613025"/>
          <p14:tracePt t="53507" x="1566863" y="2619375"/>
          <p14:tracePt t="53514" x="1560513" y="2619375"/>
          <p14:tracePt t="53521" x="1547813" y="2625725"/>
          <p14:tracePt t="53529" x="1541463" y="2625725"/>
          <p14:tracePt t="53535" x="1522413" y="2625725"/>
          <p14:tracePt t="53542" x="1490663" y="2613025"/>
          <p14:tracePt t="53549" x="1465263" y="2587625"/>
          <p14:tracePt t="53556" x="1439863" y="2568575"/>
          <p14:tracePt t="53562" x="1414463" y="2536825"/>
          <p14:tracePt t="53570" x="1401763" y="2498725"/>
          <p14:tracePt t="53577" x="1389063" y="2460625"/>
          <p14:tracePt t="53583" x="1389063" y="2428875"/>
          <p14:tracePt t="53591" x="1389063" y="2384425"/>
          <p14:tracePt t="53598" x="1395413" y="2344738"/>
          <p14:tracePt t="53604" x="1401763" y="2312988"/>
          <p14:tracePt t="53612" x="1420813" y="2281238"/>
          <p14:tracePt t="53619" x="1433513" y="2243138"/>
          <p14:tracePt t="53625" x="1446213" y="2211388"/>
          <p14:tracePt t="53633" x="1471613" y="2147888"/>
          <p14:tracePt t="53639" x="1497013" y="2084388"/>
          <p14:tracePt t="53647" x="1535113" y="2014538"/>
          <p14:tracePt t="53653" x="1579563" y="1957388"/>
          <p14:tracePt t="53660" x="1619250" y="1905000"/>
          <p14:tracePt t="53667" x="1663700" y="1860550"/>
          <p14:tracePt t="53674" x="1720850" y="1822450"/>
          <p14:tracePt t="53681" x="1758950" y="1797050"/>
          <p14:tracePt t="53688" x="1803400" y="1771650"/>
          <p14:tracePt t="53695" x="1854200" y="1746250"/>
          <p14:tracePt t="53702" x="1885950" y="1733550"/>
          <p14:tracePt t="53709" x="1917700" y="1720850"/>
          <p14:tracePt t="53717" x="1962150" y="1714500"/>
          <p14:tracePt t="53723" x="1993900" y="1714500"/>
          <p14:tracePt t="53730" x="2038350" y="1714500"/>
          <p14:tracePt t="53737" x="2065338" y="1714500"/>
          <p14:tracePt t="53744" x="2097088" y="1720850"/>
          <p14:tracePt t="53751" x="2122488" y="1720850"/>
          <p14:tracePt t="53758" x="2141538" y="1733550"/>
          <p14:tracePt t="53765" x="2166938" y="1746250"/>
          <p14:tracePt t="53772" x="2179638" y="1758950"/>
          <p14:tracePt t="53779" x="2198688" y="1778000"/>
          <p14:tracePt t="53786" x="2224088" y="1803400"/>
          <p14:tracePt t="53793" x="2249488" y="1841500"/>
          <p14:tracePt t="53800" x="2281238" y="1905000"/>
          <p14:tracePt t="53807" x="2300288" y="1963738"/>
          <p14:tracePt t="53814" x="2306638" y="2027238"/>
          <p14:tracePt t="53821" x="2306638" y="2078038"/>
          <p14:tracePt t="53827" x="2306638" y="2128838"/>
          <p14:tracePt t="53835" x="2306638" y="2173288"/>
          <p14:tracePt t="53842" x="2293938" y="2205038"/>
          <p14:tracePt t="53849" x="2274888" y="2243138"/>
          <p14:tracePt t="53856" x="2255838" y="2287588"/>
          <p14:tracePt t="53863" x="2236788" y="2325688"/>
          <p14:tracePt t="53870" x="2211388" y="2365375"/>
          <p14:tracePt t="53878" x="2185988" y="2397125"/>
          <p14:tracePt t="53883" x="2160588" y="2422525"/>
          <p14:tracePt t="53891" x="2141538" y="2447925"/>
          <p14:tracePt t="53897" x="2122488" y="2460625"/>
          <p14:tracePt t="53904" x="2103438" y="2479675"/>
          <p14:tracePt t="53911" x="2078038" y="2498725"/>
          <p14:tracePt t="53918" x="2058988" y="2511425"/>
          <p14:tracePt t="53926" x="2044700" y="2524125"/>
          <p14:tracePt t="53933" x="2019300" y="2530475"/>
          <p14:tracePt t="53939" x="1993900" y="2543175"/>
          <p14:tracePt t="53946" x="1974850" y="2549525"/>
          <p14:tracePt t="53953" x="1949450" y="2555875"/>
          <p14:tracePt t="53960" x="1924050" y="2555875"/>
          <p14:tracePt t="53967" x="1879600" y="2555875"/>
          <p14:tracePt t="53974" x="1816100" y="2543175"/>
          <p14:tracePt t="53981" x="1758950" y="2530475"/>
          <p14:tracePt t="53988" x="1695450" y="2505075"/>
          <p14:tracePt t="53995" x="1663700" y="2486025"/>
          <p14:tracePt t="54002" x="1644650" y="2466975"/>
          <p14:tracePt t="54009" x="1625600" y="2447925"/>
          <p14:tracePt t="54016" x="1619250" y="2441575"/>
          <p14:tracePt t="54023" x="1612900" y="2428875"/>
          <p14:tracePt t="54030" x="1606550" y="2409825"/>
          <p14:tracePt t="54037" x="1598613" y="2384425"/>
          <p14:tracePt t="54044" x="1598613" y="2371725"/>
          <p14:tracePt t="54051" x="1598613" y="2351088"/>
          <p14:tracePt t="54058" x="1598613" y="2332038"/>
          <p14:tracePt t="54065" x="1598613" y="2312988"/>
          <p14:tracePt t="54072" x="1598613" y="2293938"/>
          <p14:tracePt t="54079" x="1606550" y="2268538"/>
          <p14:tracePt t="54086" x="1619250" y="2230438"/>
          <p14:tracePt t="54093" x="1638300" y="2185988"/>
          <p14:tracePt t="54100" x="1663700" y="2135188"/>
          <p14:tracePt t="54106" x="1695450" y="2084388"/>
          <p14:tracePt t="54113" x="1720850" y="2039938"/>
          <p14:tracePt t="54120" x="1752600" y="2008188"/>
          <p14:tracePt t="54127" x="1784350" y="1976438"/>
          <p14:tracePt t="54135" x="1816100" y="1957388"/>
          <p14:tracePt t="54141" x="1841500" y="1938338"/>
          <p14:tracePt t="54148" x="1873250" y="1931988"/>
          <p14:tracePt t="54155" x="1898650" y="1924050"/>
          <p14:tracePt t="54162" x="1930400" y="1917700"/>
          <p14:tracePt t="54170" x="1962150" y="1917700"/>
          <p14:tracePt t="54176" x="2006600" y="1917700"/>
          <p14:tracePt t="54184" x="2051050" y="1924050"/>
          <p14:tracePt t="54190" x="2103438" y="1944688"/>
          <p14:tracePt t="54198" x="2147888" y="1963738"/>
          <p14:tracePt t="54205" x="2205038" y="2008188"/>
          <p14:tracePt t="54211" x="2249488" y="2046288"/>
          <p14:tracePt t="54218" x="2306638" y="2097088"/>
          <p14:tracePt t="54225" x="2357438" y="2141538"/>
          <p14:tracePt t="54232" x="2395538" y="2192338"/>
          <p14:tracePt t="54240" x="2427288" y="2236788"/>
          <p14:tracePt t="54247" x="2459038" y="2281238"/>
          <p14:tracePt t="54254" x="2484438" y="2319338"/>
          <p14:tracePt t="54260" x="2503488" y="2365375"/>
          <p14:tracePt t="54267" x="2524125" y="2403475"/>
          <p14:tracePt t="54274" x="2530475" y="2447925"/>
          <p14:tracePt t="54281" x="2530475" y="2486025"/>
          <p14:tracePt t="54288" x="2530475" y="2517775"/>
          <p14:tracePt t="54295" x="2530475" y="2555875"/>
          <p14:tracePt t="54302" x="2517775" y="2581275"/>
          <p14:tracePt t="54309" x="2503488" y="2613025"/>
          <p14:tracePt t="54316" x="2478088" y="2638425"/>
          <p14:tracePt t="54323" x="2459038" y="2663825"/>
          <p14:tracePt t="54330" x="2427288" y="2695575"/>
          <p14:tracePt t="54337" x="2376488" y="2727325"/>
          <p14:tracePt t="54344" x="2325688" y="2765425"/>
          <p14:tracePt t="54353" x="2255838" y="2792413"/>
          <p14:tracePt t="54358" x="2173288" y="2811463"/>
          <p14:tracePt t="54365" x="2109788" y="2830513"/>
          <p14:tracePt t="54372" x="2038350" y="2830513"/>
          <p14:tracePt t="54379" x="1981200" y="2830513"/>
          <p14:tracePt t="54386" x="1924050" y="2817813"/>
          <p14:tracePt t="54393" x="1892300" y="2817813"/>
          <p14:tracePt t="54400" x="1860550" y="2811463"/>
          <p14:tracePt t="54407" x="1847850" y="2805113"/>
          <p14:tracePt t="54414" x="1835150" y="2798763"/>
          <p14:tracePt t="54422" x="1828800" y="2798763"/>
          <p14:tracePt t="54428" x="1828800" y="2792413"/>
          <p14:tracePt t="54435" x="1822450" y="2792413"/>
          <p14:tracePt t="54442" x="1822450" y="2784475"/>
          <p14:tracePt t="54449" x="1816100" y="2778125"/>
          <p14:tracePt t="54456" x="1809750" y="2765425"/>
          <p14:tracePt t="54464" x="1809750" y="2746375"/>
          <p14:tracePt t="54470" x="1803400" y="2714625"/>
          <p14:tracePt t="54478" x="1803400" y="2644775"/>
          <p14:tracePt t="54484" x="1797050" y="2549525"/>
          <p14:tracePt t="54490" x="1797050" y="2447925"/>
          <p14:tracePt t="54498" x="1803400" y="2371725"/>
          <p14:tracePt t="54504" x="1809750" y="2306638"/>
          <p14:tracePt t="54511" x="1822450" y="2274888"/>
          <p14:tracePt t="54518" x="1828800" y="2249488"/>
          <p14:tracePt t="54525" x="1841500" y="2230438"/>
          <p14:tracePt t="54533" x="1847850" y="2217738"/>
          <p14:tracePt t="54540" x="1854200" y="2205038"/>
          <p14:tracePt t="54547" x="1873250" y="2185988"/>
          <p14:tracePt t="54555" x="1879600" y="2179638"/>
          <p14:tracePt t="54560" x="1892300" y="2166938"/>
          <p14:tracePt t="54568" x="1898650" y="2160588"/>
          <p14:tracePt t="54575" x="1905000" y="2154238"/>
          <p14:tracePt t="54581" x="1924050" y="2147888"/>
          <p14:tracePt t="54588" x="1936750" y="2141538"/>
          <p14:tracePt t="54595" x="1949450" y="2135188"/>
          <p14:tracePt t="54602" x="1962150" y="2135188"/>
          <p14:tracePt t="54609" x="1981200" y="2135188"/>
          <p14:tracePt t="54617" x="2000250" y="2135188"/>
          <p14:tracePt t="54624" x="2019300" y="2135188"/>
          <p14:tracePt t="54630" x="2038350" y="2135188"/>
          <p14:tracePt t="54637" x="2071688" y="2147888"/>
          <p14:tracePt t="54644" x="2090738" y="2160588"/>
          <p14:tracePt t="54651" x="2109788" y="2160588"/>
          <p14:tracePt t="54658" x="2141538" y="2173288"/>
          <p14:tracePt t="54665" x="2166938" y="2185988"/>
          <p14:tracePt t="54672" x="2198688" y="2205038"/>
          <p14:tracePt t="54679" x="2236788" y="2224088"/>
          <p14:tracePt t="54686" x="2274888" y="2243138"/>
          <p14:tracePt t="54693" x="2300288" y="2255838"/>
          <p14:tracePt t="54700" x="2332038" y="2268538"/>
          <p14:tracePt t="54706" x="2357438" y="2293938"/>
          <p14:tracePt t="54714" x="2376488" y="2319338"/>
          <p14:tracePt t="54721" x="2395538" y="2338388"/>
          <p14:tracePt t="54728" x="2408238" y="2359025"/>
          <p14:tracePt t="54735" x="2427288" y="2384425"/>
          <p14:tracePt t="54742" x="2439988" y="2409825"/>
          <p14:tracePt t="54749" x="2446338" y="2428875"/>
          <p14:tracePt t="54756" x="2446338" y="2441575"/>
          <p14:tracePt t="54763" x="2446338" y="2454275"/>
          <p14:tracePt t="54769" x="2446338" y="2466975"/>
          <p14:tracePt t="54777" x="2446338" y="2479675"/>
          <p14:tracePt t="54784" x="2439988" y="2498725"/>
          <p14:tracePt t="54791" x="2427288" y="2511425"/>
          <p14:tracePt t="54798" x="2401888" y="2524125"/>
          <p14:tracePt t="54805" x="2376488" y="2543175"/>
          <p14:tracePt t="54812" x="2344738" y="2555875"/>
          <p14:tracePt t="54819" x="2332038" y="2562225"/>
          <p14:tracePt t="54825" x="2312988" y="2568575"/>
          <p14:tracePt t="54832" x="2300288" y="2568575"/>
          <p14:tracePt t="54839" x="2293938" y="2574925"/>
          <p14:tracePt t="54846" x="2287588" y="2574925"/>
          <p14:tracePt t="54853" x="2281238" y="2581275"/>
          <p14:tracePt t="54868" x="2274888" y="2581275"/>
          <p14:tracePt t="54874" x="2268538" y="2581275"/>
          <p14:tracePt t="54889" x="2262188" y="2581275"/>
          <p14:tracePt t="54895" x="2262188" y="2574925"/>
          <p14:tracePt t="54902" x="2255838" y="2574925"/>
          <p14:tracePt t="55890" x="2249488" y="2581275"/>
          <p14:tracePt t="55898" x="2243138" y="2581275"/>
          <p14:tracePt t="55906" x="2230438" y="2593975"/>
          <p14:tracePt t="55907" x="2217738" y="2600325"/>
          <p14:tracePt t="55914" x="2205038" y="2619375"/>
          <p14:tracePt t="55921" x="2179638" y="2632075"/>
          <p14:tracePt t="55928" x="2141538" y="2644775"/>
          <p14:tracePt t="55935" x="2116138" y="2670175"/>
          <p14:tracePt t="55942" x="2078038" y="2682875"/>
          <p14:tracePt t="55948" x="2038350" y="2701925"/>
          <p14:tracePt t="55955" x="2006600" y="2714625"/>
          <p14:tracePt t="55963" x="1987550" y="2720975"/>
          <p14:tracePt t="55974" x="1962150" y="2727325"/>
          <p14:tracePt t="55981" x="1949450" y="2733675"/>
          <p14:tracePt t="55988" x="1930400" y="2733675"/>
          <p14:tracePt t="55995" x="1917700" y="2733675"/>
          <p14:tracePt t="56002" x="1905000" y="2733675"/>
          <p14:tracePt t="56009" x="1892300" y="2733675"/>
          <p14:tracePt t="56016" x="1885950" y="2733675"/>
          <p14:tracePt t="56023" x="1879600" y="2733675"/>
          <p14:tracePt t="56031" x="1873250" y="2733675"/>
          <p14:tracePt t="56032" x="1866900" y="2733675"/>
          <p14:tracePt t="56039" x="1860550" y="2733675"/>
          <p14:tracePt t="56054" x="1847850" y="2727325"/>
          <p14:tracePt t="56060" x="1841500" y="2720975"/>
          <p14:tracePt t="56067" x="1835150" y="2708275"/>
          <p14:tracePt t="56074" x="1822450" y="2695575"/>
          <p14:tracePt t="56081" x="1809750" y="2682875"/>
          <p14:tracePt t="56089" x="1797050" y="2670175"/>
          <p14:tracePt t="56095" x="1784350" y="2663825"/>
          <p14:tracePt t="56102" x="1778000" y="2651125"/>
          <p14:tracePt t="56109" x="1765300" y="2644775"/>
          <p14:tracePt t="56116" x="1765300" y="2638425"/>
          <p14:tracePt t="56123" x="1758950" y="2632075"/>
          <p14:tracePt t="56130" x="1752600" y="2625725"/>
          <p14:tracePt t="56137" x="1746250" y="2613025"/>
          <p14:tracePt t="56144" x="1739900" y="2606675"/>
          <p14:tracePt t="56151" x="1739900" y="2600325"/>
          <p14:tracePt t="56158" x="1733550" y="2593975"/>
          <p14:tracePt t="56165" x="1727200" y="2574925"/>
          <p14:tracePt t="56172" x="1727200" y="2555875"/>
          <p14:tracePt t="56178" x="1727200" y="2536825"/>
          <p14:tracePt t="56186" x="1727200" y="2517775"/>
          <p14:tracePt t="56193" x="1727200" y="2498725"/>
          <p14:tracePt t="56200" x="1727200" y="2479675"/>
          <p14:tracePt t="56207" x="1727200" y="2466975"/>
          <p14:tracePt t="56214" x="1727200" y="2454275"/>
          <p14:tracePt t="56221" x="1733550" y="2435225"/>
          <p14:tracePt t="56227" x="1733550" y="2422525"/>
          <p14:tracePt t="56234" x="1733550" y="2416175"/>
          <p14:tracePt t="56241" x="1733550" y="2409825"/>
          <p14:tracePt t="56248" x="1739900" y="2397125"/>
          <p14:tracePt t="56255" x="1746250" y="2390775"/>
          <p14:tracePt t="56262" x="1746250" y="2384425"/>
          <p14:tracePt t="56270" x="1752600" y="2378075"/>
          <p14:tracePt t="56277" x="1758950" y="2378075"/>
          <p14:tracePt t="56283" x="1758950" y="2365375"/>
          <p14:tracePt t="56298" x="1765300" y="2359025"/>
          <p14:tracePt t="56312" x="1771650" y="2359025"/>
          <p14:tracePt t="56318" x="1771650" y="2351088"/>
          <p14:tracePt t="56325" x="1778000" y="2351088"/>
          <p14:tracePt t="56332" x="1784350" y="2344738"/>
          <p14:tracePt t="56347" x="1790700" y="2344738"/>
          <p14:tracePt t="56354" x="1797050" y="2338388"/>
          <p14:tracePt t="56361" x="1803400" y="2338388"/>
          <p14:tracePt t="56367" x="1809750" y="2338388"/>
          <p14:tracePt t="56374" x="1822450" y="2338388"/>
          <p14:tracePt t="56381" x="1835150" y="2338388"/>
          <p14:tracePt t="56388" x="1841500" y="2344738"/>
          <p14:tracePt t="56395" x="1860550" y="2351088"/>
          <p14:tracePt t="56402" x="1892300" y="2365375"/>
          <p14:tracePt t="56409" x="1917700" y="2378075"/>
          <p14:tracePt t="56416" x="1949450" y="2397125"/>
          <p14:tracePt t="56423" x="1968500" y="2403475"/>
          <p14:tracePt t="56430" x="1987550" y="2416175"/>
          <p14:tracePt t="56437" x="2000250" y="2428875"/>
          <p14:tracePt t="56444" x="2012950" y="2447925"/>
          <p14:tracePt t="56450" x="2019300" y="2454275"/>
          <p14:tracePt t="56457" x="2025650" y="2460625"/>
          <p14:tracePt t="56464" x="2032000" y="2473325"/>
          <p14:tracePt t="56472" x="2038350" y="2479675"/>
          <p14:tracePt t="56479" x="2038350" y="2486025"/>
          <p14:tracePt t="56486" x="2044700" y="2492375"/>
          <p14:tracePt t="56493" x="2044700" y="2498725"/>
          <p14:tracePt t="56499" x="2051050" y="2511425"/>
          <p14:tracePt t="56506" x="2051050" y="2517775"/>
          <p14:tracePt t="56514" x="2051050" y="2524125"/>
          <p14:tracePt t="56520" x="2051050" y="2530475"/>
          <p14:tracePt t="56528" x="2051050" y="2536825"/>
          <p14:tracePt t="56534" x="2051050" y="2543175"/>
          <p14:tracePt t="56541" x="2051050" y="2555875"/>
          <p14:tracePt t="56548" x="2051050" y="2562225"/>
          <p14:tracePt t="56555" x="2051050" y="2568575"/>
          <p14:tracePt t="56563" x="2044700" y="2574925"/>
          <p14:tracePt t="56570" x="2044700" y="2581275"/>
          <p14:tracePt t="56577" x="2038350" y="2587625"/>
          <p14:tracePt t="56583" x="2038350" y="2593975"/>
          <p14:tracePt t="56590" x="2032000" y="2593975"/>
          <p14:tracePt t="56598" x="2025650" y="2600325"/>
          <p14:tracePt t="56605" x="2025650" y="2606675"/>
          <p14:tracePt t="56612" x="2019300" y="2606675"/>
          <p14:tracePt t="56619" x="2006600" y="2613025"/>
          <p14:tracePt t="56626" x="2000250" y="2613025"/>
          <p14:tracePt t="56632" x="1993900" y="2619375"/>
          <p14:tracePt t="56639" x="1981200" y="2619375"/>
          <p14:tracePt t="56646" x="1974850" y="2619375"/>
          <p14:tracePt t="56653" x="1962150" y="2625725"/>
          <p14:tracePt t="56660" x="1943100" y="2625725"/>
          <p14:tracePt t="56667" x="1924050" y="2625725"/>
          <p14:tracePt t="56675" x="1905000" y="2625725"/>
          <p14:tracePt t="56682" x="1885950" y="2625725"/>
          <p14:tracePt t="56689" x="1873250" y="2625725"/>
          <p14:tracePt t="56695" x="1854200" y="2625725"/>
          <p14:tracePt t="56702" x="1841500" y="2625725"/>
          <p14:tracePt t="56709" x="1835150" y="2619375"/>
          <p14:tracePt t="56717" x="1828800" y="2619375"/>
          <p14:tracePt t="56723" x="1822450" y="2619375"/>
          <p14:tracePt t="56731" x="1822450" y="2613025"/>
          <p14:tracePt t="56738" x="1816100" y="2613025"/>
          <p14:tracePt t="56744" x="1809750" y="2613025"/>
          <p14:tracePt t="56760" x="1803400" y="2606675"/>
          <p14:tracePt t="56779" x="1803400" y="2600325"/>
          <p14:tracePt t="56793" x="1797050" y="2593975"/>
          <p14:tracePt t="56800" x="1797050" y="2587625"/>
          <p14:tracePt t="56808" x="1797050" y="2574925"/>
          <p14:tracePt t="56814" x="1797050" y="2562225"/>
          <p14:tracePt t="56821" x="1797050" y="2549525"/>
          <p14:tracePt t="56828" x="1797050" y="2530475"/>
          <p14:tracePt t="56835" x="1803400" y="2511425"/>
          <p14:tracePt t="56842" x="1803400" y="2498725"/>
          <p14:tracePt t="56848" x="1809750" y="2479675"/>
          <p14:tracePt t="56856" x="1816100" y="2466975"/>
          <p14:tracePt t="56863" x="1816100" y="2460625"/>
          <p14:tracePt t="56870" x="1822450" y="2454275"/>
          <p14:tracePt t="56876" x="1828800" y="2441575"/>
          <p14:tracePt t="56883" x="1835150" y="2441575"/>
          <p14:tracePt t="56891" x="1841500" y="2428875"/>
          <p14:tracePt t="56898" x="1847850" y="2422525"/>
          <p14:tracePt t="56905" x="1854200" y="2409825"/>
          <p14:tracePt t="56911" x="1860550" y="2409825"/>
          <p14:tracePt t="56919" x="1879600" y="2397125"/>
          <p14:tracePt t="56925" x="1898650" y="2390775"/>
          <p14:tracePt t="56932" x="1917700" y="2371725"/>
          <p14:tracePt t="56939" x="1949450" y="2359025"/>
          <p14:tracePt t="56946" x="1981200" y="2351088"/>
          <p14:tracePt t="56953" x="2012950" y="2338388"/>
          <p14:tracePt t="56961" x="2058988" y="2338388"/>
          <p14:tracePt t="56967" x="2090738" y="2338388"/>
          <p14:tracePt t="56974" x="2122488" y="2338388"/>
          <p14:tracePt t="56981" x="2160588" y="2338388"/>
          <p14:tracePt t="56988" x="2198688" y="2338388"/>
          <p14:tracePt t="56995" x="2224088" y="2351088"/>
          <p14:tracePt t="57002" x="2262188" y="2359025"/>
          <p14:tracePt t="57009" x="2287588" y="2371725"/>
          <p14:tracePt t="57016" x="2319338" y="2384425"/>
          <p14:tracePt t="57023" x="2338388" y="2397125"/>
          <p14:tracePt t="57029" x="2370138" y="2409825"/>
          <p14:tracePt t="57037" x="2389188" y="2428875"/>
          <p14:tracePt t="57044" x="2408238" y="2447925"/>
          <p14:tracePt t="57051" x="2427288" y="2479675"/>
          <p14:tracePt t="57058" x="2439988" y="2498725"/>
          <p14:tracePt t="57065" x="2452688" y="2524125"/>
          <p14:tracePt t="57072" x="2459038" y="2543175"/>
          <p14:tracePt t="57078" x="2465388" y="2555875"/>
          <p14:tracePt t="57085" x="2465388" y="2568575"/>
          <p14:tracePt t="57092" x="2471738" y="2581275"/>
          <p14:tracePt t="57099" x="2471738" y="2593975"/>
          <p14:tracePt t="57114" x="2471738" y="2600325"/>
          <p14:tracePt t="57120" x="2471738" y="2613025"/>
          <p14:tracePt t="57135" x="2471738" y="2619375"/>
          <p14:tracePt t="57142" x="2465388" y="2625725"/>
          <p14:tracePt t="57156" x="2459038" y="2625725"/>
          <p14:tracePt t="57163" x="2446338" y="2625725"/>
          <p14:tracePt t="57170" x="2414588" y="2625725"/>
          <p14:tracePt t="57176" x="2363788" y="2600325"/>
          <p14:tracePt t="57183" x="2319338" y="2543175"/>
          <p14:tracePt t="57190" x="2268538" y="2486025"/>
          <p14:tracePt t="57197" x="2224088" y="2435225"/>
          <p14:tracePt t="57204" x="2198688" y="2384425"/>
          <p14:tracePt t="57211" x="2173288" y="2338388"/>
          <p14:tracePt t="57218" x="2154238" y="2300288"/>
          <p14:tracePt t="57226" x="2147888" y="2274888"/>
          <p14:tracePt t="57233" x="2141538" y="2249488"/>
          <p14:tracePt t="57240" x="2141538" y="2217738"/>
          <p14:tracePt t="57246" x="2141538" y="2198688"/>
          <p14:tracePt t="57253" x="2141538" y="2179638"/>
          <p14:tracePt t="57260" x="2141538" y="2160588"/>
          <p14:tracePt t="57267" x="2141538" y="2147888"/>
          <p14:tracePt t="57274" x="2141538" y="2135188"/>
          <p14:tracePt t="57281" x="2147888" y="2122488"/>
          <p14:tracePt t="57287" x="2147888" y="2109788"/>
          <p14:tracePt t="57295" x="2154238" y="2097088"/>
          <p14:tracePt t="57302" x="2160588" y="2084388"/>
          <p14:tracePt t="57309" x="2166938" y="2078038"/>
          <p14:tracePt t="57316" x="2179638" y="2058988"/>
          <p14:tracePt t="57323" x="2192338" y="2052638"/>
          <p14:tracePt t="57330" x="2205038" y="2033588"/>
          <p14:tracePt t="57337" x="2230438" y="2020888"/>
          <p14:tracePt t="57344" x="2249488" y="2001838"/>
          <p14:tracePt t="57351" x="2274888" y="1989138"/>
          <p14:tracePt t="57358" x="2306638" y="1976438"/>
          <p14:tracePt t="57365" x="2357438" y="1963738"/>
          <p14:tracePt t="57372" x="2382838" y="1951038"/>
          <p14:tracePt t="57378" x="2408238" y="1944688"/>
          <p14:tracePt t="57386" x="2427288" y="1938338"/>
          <p14:tracePt t="57393" x="2446338" y="1938338"/>
          <p14:tracePt t="57400" x="2465388" y="1938338"/>
          <p14:tracePt t="57406" x="2478088" y="1938338"/>
          <p14:tracePt t="57413" x="2490788" y="1938338"/>
          <p14:tracePt t="57420" x="2503488" y="1938338"/>
          <p14:tracePt t="57427" x="2517775" y="1938338"/>
          <p14:tracePt t="57434" x="2536825" y="1944688"/>
          <p14:tracePt t="57441" x="2555875" y="1951038"/>
          <p14:tracePt t="57448" x="2574925" y="1976438"/>
          <p14:tracePt t="57455" x="2606675" y="1995488"/>
          <p14:tracePt t="57462" x="2644775" y="2033588"/>
          <p14:tracePt t="57470" x="2682875" y="2090738"/>
          <p14:tracePt t="57477" x="2714625" y="2160588"/>
          <p14:tracePt t="57483" x="2740025" y="2217738"/>
          <p14:tracePt t="57490" x="2765425" y="2281238"/>
          <p14:tracePt t="57497" x="2778125" y="2332038"/>
          <p14:tracePt t="57504" x="2784475" y="2390775"/>
          <p14:tracePt t="57511" x="2790825" y="2441575"/>
          <p14:tracePt t="57518" x="2790825" y="2479675"/>
          <p14:tracePt t="57525" x="2790825" y="2530475"/>
          <p14:tracePt t="57532" x="2790825" y="2568575"/>
          <p14:tracePt t="57539" x="2790825" y="2606675"/>
          <p14:tracePt t="57546" x="2778125" y="2632075"/>
          <p14:tracePt t="57554" x="2765425" y="2663825"/>
          <p14:tracePt t="57561" x="2759075" y="2682875"/>
          <p14:tracePt t="57568" x="2740025" y="2689225"/>
          <p14:tracePt t="57574" x="2727325" y="2708275"/>
          <p14:tracePt t="57581" x="2714625" y="2714625"/>
          <p14:tracePt t="57590" x="2701925" y="2727325"/>
          <p14:tracePt t="57596" x="2695575" y="2733675"/>
          <p14:tracePt t="57602" x="2689225" y="2740025"/>
          <p14:tracePt t="57609" x="2682875" y="2740025"/>
          <p14:tracePt t="57623" x="2676525" y="2740025"/>
          <p14:tracePt t="57632" x="2676525" y="2746375"/>
          <p14:tracePt t="57644" x="2670175" y="2746375"/>
          <p14:tracePt t="62998" x="2689225" y="2714625"/>
          <p14:tracePt t="63004" x="2733675" y="2663825"/>
          <p14:tracePt t="63010" x="2771775" y="2613025"/>
          <p14:tracePt t="63017" x="2816225" y="2574925"/>
          <p14:tracePt t="63024" x="2847975" y="2536825"/>
          <p14:tracePt t="63030" x="2873375" y="2511425"/>
          <p14:tracePt t="63038" x="2892425" y="2498725"/>
          <p14:tracePt t="63044" x="2905125" y="2473325"/>
          <p14:tracePt t="63052" x="2924175" y="2466975"/>
          <p14:tracePt t="63059" x="2930525" y="2454275"/>
          <p14:tracePt t="63066" x="2943225" y="2435225"/>
          <p14:tracePt t="63072" x="2962275" y="2428875"/>
          <p14:tracePt t="63079" x="2976563" y="2416175"/>
          <p14:tracePt t="63087" x="2989263" y="2403475"/>
          <p14:tracePt t="63093" x="3001963" y="2390775"/>
          <p14:tracePt t="63101" x="3027363" y="2378075"/>
          <p14:tracePt t="63107" x="3040063" y="2365375"/>
          <p14:tracePt t="63114" x="3059113" y="2351088"/>
          <p14:tracePt t="63121" x="3078163" y="2338388"/>
          <p14:tracePt t="63128" x="3090863" y="2325688"/>
          <p14:tracePt t="63135" x="3109913" y="2312988"/>
          <p14:tracePt t="63142" x="3135313" y="2293938"/>
          <p14:tracePt t="63149" x="3148013" y="2287588"/>
          <p14:tracePt t="63156" x="3167063" y="2268538"/>
          <p14:tracePt t="63163" x="3192463" y="2262188"/>
          <p14:tracePt t="63170" x="3205163" y="2243138"/>
          <p14:tracePt t="63177" x="3224213" y="2230438"/>
          <p14:tracePt t="63184" x="3249613" y="2211388"/>
          <p14:tracePt t="63191" x="3287713" y="2192338"/>
          <p14:tracePt t="63198" x="3325813" y="2173288"/>
          <p14:tracePt t="63205" x="3370263" y="2160588"/>
          <p14:tracePt t="63212" x="3414713" y="2141538"/>
          <p14:tracePt t="63219" x="3460750" y="2122488"/>
          <p14:tracePt t="63226" x="3505200" y="2103438"/>
          <p14:tracePt t="63233" x="3543300" y="2090738"/>
          <p14:tracePt t="63240" x="3575050" y="2084388"/>
          <p14:tracePt t="63247" x="3600450" y="2071688"/>
          <p14:tracePt t="63254" x="3632200" y="2071688"/>
          <p14:tracePt t="63261" x="3663950" y="2058988"/>
          <p14:tracePt t="63268" x="3695700" y="2058988"/>
          <p14:tracePt t="63275" x="3740150" y="2052638"/>
          <p14:tracePt t="63282" x="3790950" y="2052638"/>
          <p14:tracePt t="63289" x="3841750" y="2052638"/>
          <p14:tracePt t="63296" x="3894138" y="2052638"/>
          <p14:tracePt t="63303" x="3932238" y="2052638"/>
          <p14:tracePt t="63310" x="3963988" y="2052638"/>
          <p14:tracePt t="63316" x="4002088" y="2058988"/>
          <p14:tracePt t="63324" x="4027488" y="2065338"/>
          <p14:tracePt t="63331" x="4059238" y="2065338"/>
          <p14:tracePt t="63337" x="4084638" y="2065338"/>
          <p14:tracePt t="63344" x="4129088" y="2071688"/>
          <p14:tracePt t="63352" x="4167188" y="2078038"/>
          <p14:tracePt t="63359" x="4211638" y="2090738"/>
          <p14:tracePt t="63366" x="4249738" y="2097088"/>
          <p14:tracePt t="63372" x="4268788" y="2103438"/>
          <p14:tracePt t="63379" x="4287838" y="2116138"/>
          <p14:tracePt t="63386" x="4313238" y="2122488"/>
          <p14:tracePt t="63394" x="4325938" y="2128838"/>
          <p14:tracePt t="63401" x="4338638" y="2141538"/>
          <p14:tracePt t="63408" x="4352925" y="2147888"/>
          <p14:tracePt t="63414" x="4365625" y="2160588"/>
          <p14:tracePt t="63422" x="4371975" y="2173288"/>
          <p14:tracePt t="63429" x="4391025" y="2185988"/>
          <p14:tracePt t="63435" x="4397375" y="2198688"/>
          <p14:tracePt t="63443" x="4410075" y="2224088"/>
          <p14:tracePt t="63450" x="4416425" y="2243138"/>
          <p14:tracePt t="63456" x="4429125" y="2268538"/>
          <p14:tracePt t="63463" x="4448175" y="2306638"/>
          <p14:tracePt t="63471" x="4467225" y="2344738"/>
          <p14:tracePt t="63478" x="4479925" y="2397125"/>
          <p14:tracePt t="63484" x="4498975" y="2460625"/>
          <p14:tracePt t="63491" x="4505325" y="2530475"/>
          <p14:tracePt t="63498" x="4511675" y="2587625"/>
          <p14:tracePt t="63506" x="4511675" y="2638425"/>
          <p14:tracePt t="63512" x="4511675" y="2689225"/>
          <p14:tracePt t="63519" x="4498975" y="2733675"/>
          <p14:tracePt t="63527" x="4486275" y="2784475"/>
          <p14:tracePt t="63534" x="4467225" y="2830513"/>
          <p14:tracePt t="63540" x="4448175" y="2881313"/>
          <p14:tracePt t="63547" x="4422775" y="2938463"/>
          <p14:tracePt t="63554" x="4378325" y="2989263"/>
          <p14:tracePt t="63561" x="4338638" y="3052763"/>
          <p14:tracePt t="63569" x="4281488" y="3109913"/>
          <p14:tracePt t="63575" x="4217988" y="3160713"/>
          <p14:tracePt t="63584" x="4154488" y="3192463"/>
          <p14:tracePt t="63589" x="4103688" y="3232150"/>
          <p14:tracePt t="63596" x="4065588" y="3251200"/>
          <p14:tracePt t="63603" x="4027488" y="3263900"/>
          <p14:tracePt t="63610" x="3995738" y="3276600"/>
          <p14:tracePt t="63618" x="3970338" y="3289300"/>
          <p14:tracePt t="63624" x="3938588" y="3302000"/>
          <p14:tracePt t="63631" x="3913188" y="3308350"/>
          <p14:tracePt t="63638" x="3894138" y="3308350"/>
          <p14:tracePt t="63645" x="3879850" y="3308350"/>
          <p14:tracePt t="63652" x="3867150" y="3308350"/>
          <p14:tracePt t="63659" x="3860800" y="3308350"/>
          <p14:tracePt t="63667" x="3854450" y="3308350"/>
          <p14:tracePt t="63674" x="3848100" y="3308350"/>
          <p14:tracePt t="63680" x="3841750" y="3308350"/>
          <p14:tracePt t="63687" x="3835400" y="3308350"/>
          <p14:tracePt t="63701" x="3835400" y="3302000"/>
          <p14:tracePt t="63708" x="3829050" y="3302000"/>
          <p14:tracePt t="63714" x="3829050" y="3295650"/>
          <p14:tracePt t="63722" x="3822700" y="3289300"/>
          <p14:tracePt t="63728" x="3822700" y="3282950"/>
          <p14:tracePt t="63736" x="3822700" y="3276600"/>
          <p14:tracePt t="63743" x="3822700" y="3263900"/>
          <p14:tracePt t="63750" x="3816350" y="3244850"/>
          <p14:tracePt t="63757" x="3816350" y="3225800"/>
          <p14:tracePt t="63764" x="3816350" y="3205163"/>
          <p14:tracePt t="63771" x="3816350" y="3179763"/>
          <p14:tracePt t="63778" x="3816350" y="3148013"/>
          <p14:tracePt t="63785" x="3816350" y="3128963"/>
          <p14:tracePt t="63791" x="3816350" y="3122613"/>
          <p14:tracePt t="63799" x="3816350" y="3109913"/>
          <p14:tracePt t="63806" x="3822700" y="3103563"/>
          <p14:tracePt t="63813" x="3822700" y="3090863"/>
          <p14:tracePt t="63819" x="3829050" y="3090863"/>
          <p14:tracePt t="63826" x="3829050" y="3084513"/>
          <p14:tracePt t="63841" x="3829050" y="3078163"/>
          <p14:tracePt t="63847" x="3829050" y="3071813"/>
          <p14:tracePt t="63854" x="3835400" y="3071813"/>
          <p14:tracePt t="63862" x="3835400" y="3065463"/>
          <p14:tracePt t="63876" x="3841750" y="3059113"/>
          <p14:tracePt t="63882" x="3841750" y="3052763"/>
          <p14:tracePt t="63889" x="3848100" y="3052763"/>
          <p14:tracePt t="63898" x="3854450" y="3052763"/>
          <p14:tracePt t="63903" x="3854450" y="3046413"/>
          <p14:tracePt t="63910" x="3860800" y="3046413"/>
          <p14:tracePt t="63917" x="3860800" y="3040063"/>
          <p14:tracePt t="63931" x="3867150" y="3040063"/>
          <p14:tracePt t="63938" x="3867150" y="3033713"/>
          <p14:tracePt t="63945" x="3873500" y="3027363"/>
          <p14:tracePt t="63952" x="3879850" y="3027363"/>
          <p14:tracePt t="63966" x="3879850" y="3021013"/>
          <p14:tracePt t="63972" x="3887788" y="3021013"/>
          <p14:tracePt t="63988" x="3894138" y="3021013"/>
          <p14:tracePt t="63994" x="3894138" y="3014663"/>
          <p14:tracePt t="64016" x="3900488" y="3014663"/>
          <p14:tracePt t="64094" x="3900488" y="3021013"/>
          <p14:tracePt t="64122" x="3894138" y="3021013"/>
          <p14:tracePt t="64134" x="3887788" y="3021013"/>
          <p14:tracePt t="64156" x="3879850" y="3021013"/>
          <p14:tracePt t="64162" x="3873500" y="3021013"/>
          <p14:tracePt t="64176" x="3867150" y="3021013"/>
          <p14:tracePt t="64182" x="3854450" y="3021013"/>
          <p14:tracePt t="64189" x="3835400" y="3021013"/>
          <p14:tracePt t="64196" x="3797300" y="3021013"/>
          <p14:tracePt t="64203" x="3771900" y="3021013"/>
          <p14:tracePt t="64210" x="3752850" y="3021013"/>
          <p14:tracePt t="64217" x="3740150" y="3021013"/>
          <p14:tracePt t="64224" x="3733800" y="3014663"/>
          <p14:tracePt t="64231" x="3727450" y="3014663"/>
          <p14:tracePt t="64238" x="3721100" y="3014663"/>
          <p14:tracePt t="64245" x="3714750" y="3014663"/>
          <p14:tracePt t="64252" x="3708400" y="3014663"/>
          <p14:tracePt t="64259" x="3708400" y="3008313"/>
          <p14:tracePt t="64266" x="3702050" y="3008313"/>
          <p14:tracePt t="64273" x="3695700" y="3008313"/>
          <p14:tracePt t="64294" x="3689350" y="3001963"/>
          <p14:tracePt t="64301" x="3683000" y="2995613"/>
          <p14:tracePt t="64308" x="3670300" y="2976563"/>
          <p14:tracePt t="64314" x="3625850" y="2932113"/>
          <p14:tracePt t="64321" x="3543300" y="2843213"/>
          <p14:tracePt t="64328" x="3498850" y="2784475"/>
          <p14:tracePt t="64335" x="3467100" y="2746375"/>
          <p14:tracePt t="64342" x="3448050" y="2733675"/>
          <p14:tracePt t="64349" x="3441700" y="2714625"/>
          <p14:tracePt t="64356" x="3435350" y="2714625"/>
          <p14:tracePt t="64363" x="3435350" y="2708275"/>
          <p14:tracePt t="64370" x="3427413" y="2701925"/>
          <p14:tracePt t="64377" x="3427413" y="2695575"/>
          <p14:tracePt t="64384" x="3421063" y="2689225"/>
          <p14:tracePt t="64406" x="3421063" y="2682875"/>
          <p14:tracePt t="64413" x="3421063" y="2676525"/>
          <p14:tracePt t="64420" x="3421063" y="2670175"/>
          <p14:tracePt t="64427" x="3421063" y="2663825"/>
          <p14:tracePt t="64434" x="3427413" y="2657475"/>
          <p14:tracePt t="64440" x="3435350" y="2644775"/>
          <p14:tracePt t="64447" x="3441700" y="2619375"/>
          <p14:tracePt t="64454" x="3460750" y="2593975"/>
          <p14:tracePt t="64461" x="3486150" y="2543175"/>
          <p14:tracePt t="64468" x="3511550" y="2505075"/>
          <p14:tracePt t="64477" x="3536950" y="2466975"/>
          <p14:tracePt t="64484" x="3562350" y="2428875"/>
          <p14:tracePt t="64490" x="3581400" y="2409825"/>
          <p14:tracePt t="64497" x="3594100" y="2384425"/>
          <p14:tracePt t="64504" x="3619500" y="2365375"/>
          <p14:tracePt t="64510" x="3638550" y="2338388"/>
          <p14:tracePt t="64517" x="3657600" y="2325688"/>
          <p14:tracePt t="64524" x="3683000" y="2300288"/>
          <p14:tracePt t="64531" x="3708400" y="2281238"/>
          <p14:tracePt t="64539" x="3746500" y="2255838"/>
          <p14:tracePt t="64545" x="3790950" y="2236788"/>
          <p14:tracePt t="64552" x="3829050" y="2217738"/>
          <p14:tracePt t="64559" x="3867150" y="2198688"/>
          <p14:tracePt t="64567" x="3900488" y="2192338"/>
          <p14:tracePt t="64573" x="3925888" y="2185988"/>
          <p14:tracePt t="64580" x="3944938" y="2179638"/>
          <p14:tracePt t="64587" x="3970338" y="2179638"/>
          <p14:tracePt t="64594" x="3989388" y="2179638"/>
          <p14:tracePt t="64601" x="4008438" y="2179638"/>
          <p14:tracePt t="64608" x="4033838" y="2179638"/>
          <p14:tracePt t="64615" x="4065588" y="2192338"/>
          <p14:tracePt t="64622" x="4103688" y="2198688"/>
          <p14:tracePt t="64629" x="4141788" y="2217738"/>
          <p14:tracePt t="64636" x="4179888" y="2243138"/>
          <p14:tracePt t="64643" x="4217988" y="2268538"/>
          <p14:tracePt t="64650" x="4256088" y="2312988"/>
          <p14:tracePt t="64657" x="4294188" y="2365375"/>
          <p14:tracePt t="64664" x="4338638" y="2441575"/>
          <p14:tracePt t="64671" x="4391025" y="2543175"/>
          <p14:tracePt t="64678" x="4416425" y="2632075"/>
          <p14:tracePt t="64685" x="4448175" y="2701925"/>
          <p14:tracePt t="64692" x="4460875" y="2771775"/>
          <p14:tracePt t="64699" x="4473575" y="2849563"/>
          <p14:tracePt t="64706" x="4479925" y="2919413"/>
          <p14:tracePt t="64712" x="4479925" y="2976563"/>
          <p14:tracePt t="64719" x="4473575" y="3021013"/>
          <p14:tracePt t="64726" x="4467225" y="3046413"/>
          <p14:tracePt t="64733" x="4460875" y="3078163"/>
          <p14:tracePt t="64740" x="4441825" y="3090863"/>
          <p14:tracePt t="64747" x="4422775" y="3122613"/>
          <p14:tracePt t="64755" x="4410075" y="3141663"/>
          <p14:tracePt t="64762" x="4378325" y="3167063"/>
          <p14:tracePt t="64769" x="4338638" y="3198813"/>
          <p14:tracePt t="64776" x="4294188" y="3238500"/>
          <p14:tracePt t="64783" x="4249738" y="3263900"/>
          <p14:tracePt t="64789" x="4211638" y="3289300"/>
          <p14:tracePt t="64796" x="4186238" y="3302000"/>
          <p14:tracePt t="64803" x="4167188" y="3314700"/>
          <p14:tracePt t="64811" x="4135438" y="3327400"/>
          <p14:tracePt t="64817" x="4110038" y="3333750"/>
          <p14:tracePt t="64824" x="4071938" y="3340100"/>
          <p14:tracePt t="64832" x="4027488" y="3340100"/>
          <p14:tracePt t="64838" x="4002088" y="3340100"/>
          <p14:tracePt t="64846" x="3963988" y="3333750"/>
          <p14:tracePt t="64852" x="3951288" y="3327400"/>
          <p14:tracePt t="64859" x="3938588" y="3327400"/>
          <p14:tracePt t="64866" x="3932238" y="3321050"/>
          <p14:tracePt t="64873" x="3919538" y="3321050"/>
          <p14:tracePt t="64880" x="3919538" y="3314700"/>
          <p14:tracePt t="64887" x="3913188" y="3314700"/>
          <p14:tracePt t="64895" x="3913188" y="3308350"/>
          <p14:tracePt t="64902" x="3913188" y="3302000"/>
          <p14:tracePt t="64908" x="3906838" y="3295650"/>
          <p14:tracePt t="64915" x="3900488" y="3289300"/>
          <p14:tracePt t="64922" x="3887788" y="3232150"/>
          <p14:tracePt t="64929" x="3848100" y="3059113"/>
          <p14:tracePt t="64936" x="3810000" y="2759075"/>
          <p14:tracePt t="64943" x="3797300" y="2511425"/>
          <p14:tracePt t="64950" x="3822700" y="2325688"/>
          <p14:tracePt t="64957" x="3860800" y="2173288"/>
          <p14:tracePt t="64964" x="3900488" y="2078038"/>
          <p14:tracePt t="64972" x="3938588" y="2020888"/>
          <p14:tracePt t="64978" x="3970338" y="1982788"/>
          <p14:tracePt t="64985" x="4002088" y="1938338"/>
          <p14:tracePt t="64992" x="4027488" y="1911350"/>
          <p14:tracePt t="64998" x="4052888" y="1879600"/>
          <p14:tracePt t="65006" x="4071938" y="1854200"/>
          <p14:tracePt t="65012" x="4090988" y="1835150"/>
          <p14:tracePt t="65019" x="4122738" y="1816100"/>
          <p14:tracePt t="65027" x="4148138" y="1790700"/>
          <p14:tracePt t="65034" x="4186238" y="1765300"/>
          <p14:tracePt t="65041" x="4237038" y="1746250"/>
          <p14:tracePt t="65047" x="4287838" y="1727200"/>
          <p14:tracePt t="65055" x="4338638" y="1708150"/>
          <p14:tracePt t="65062" x="4391025" y="1689100"/>
          <p14:tracePt t="65069" x="4441825" y="1676400"/>
          <p14:tracePt t="65076" x="4518025" y="1676400"/>
          <p14:tracePt t="65083" x="4619625" y="1676400"/>
          <p14:tracePt t="65089" x="4740275" y="1676400"/>
          <p14:tracePt t="65096" x="4843463" y="1689100"/>
          <p14:tracePt t="65103" x="4919663" y="1720850"/>
          <p14:tracePt t="65110" x="5014913" y="1758950"/>
          <p14:tracePt t="65117" x="5097463" y="1803400"/>
          <p14:tracePt t="65124" x="5192713" y="1860550"/>
          <p14:tracePt t="65131" x="5283200" y="1917700"/>
          <p14:tracePt t="65138" x="5346700" y="1963738"/>
          <p14:tracePt t="65145" x="5422900" y="2033588"/>
          <p14:tracePt t="65152" x="5492750" y="2109788"/>
          <p14:tracePt t="65159" x="5575300" y="2217738"/>
          <p14:tracePt t="65166" x="5645150" y="2300288"/>
          <p14:tracePt t="65173" x="5702300" y="2371725"/>
          <p14:tracePt t="65180" x="5754688" y="2435225"/>
          <p14:tracePt t="65187" x="5818188" y="2543175"/>
          <p14:tracePt t="65194" x="5868988" y="2657475"/>
          <p14:tracePt t="65201" x="5919788" y="2740025"/>
          <p14:tracePt t="65208" x="5970588" y="2830513"/>
          <p14:tracePt t="65729" x="5983288" y="2830513"/>
          <p14:tracePt t="65735" x="6008688" y="2817813"/>
          <p14:tracePt t="65741" x="6027738" y="2811463"/>
          <p14:tracePt t="65747" x="6053138" y="2805113"/>
          <p14:tracePt t="65754" x="6072188" y="2792413"/>
          <p14:tracePt t="65761" x="6110288" y="2778125"/>
          <p14:tracePt t="65768" x="6148388" y="2771775"/>
          <p14:tracePt t="65775" x="6188075" y="2759075"/>
          <p14:tracePt t="65782" x="6219825" y="2746375"/>
          <p14:tracePt t="65789" x="6257925" y="2740025"/>
          <p14:tracePt t="65796" x="6296025" y="2727325"/>
          <p14:tracePt t="65803" x="6321425" y="2727325"/>
          <p14:tracePt t="65810" x="6340475" y="2720975"/>
          <p14:tracePt t="65817" x="6372225" y="2708275"/>
          <p14:tracePt t="65824" x="6391275" y="2708275"/>
          <p14:tracePt t="65830" x="6416675" y="2701925"/>
          <p14:tracePt t="65838" x="6442075" y="2695575"/>
          <p14:tracePt t="65844" x="6480175" y="2689225"/>
          <p14:tracePt t="65852" x="6518275" y="2676525"/>
          <p14:tracePt t="65858" x="6550025" y="2676525"/>
          <p14:tracePt t="65866" x="6594475" y="2676525"/>
          <p14:tracePt t="65872" x="6619875" y="2670175"/>
          <p14:tracePt t="65881" x="6653213" y="2663825"/>
          <p14:tracePt t="65886" x="6678613" y="2657475"/>
          <p14:tracePt t="65893" x="6697663" y="2657475"/>
          <p14:tracePt t="65899" x="6716713" y="2651125"/>
          <p14:tracePt t="65907" x="6735763" y="2651125"/>
          <p14:tracePt t="65914" x="6754813" y="2644775"/>
          <p14:tracePt t="65920" x="6767513" y="2644775"/>
          <p14:tracePt t="65928" x="6792913" y="2644775"/>
          <p14:tracePt t="65934" x="6811963" y="2644775"/>
          <p14:tracePt t="65941" x="6837363" y="2644775"/>
          <p14:tracePt t="65948" x="6875463" y="2644775"/>
          <p14:tracePt t="65955" x="6900863" y="2644775"/>
          <p14:tracePt t="65962" x="6932613" y="2638425"/>
          <p14:tracePt t="65969" x="6958013" y="2638425"/>
          <p14:tracePt t="65976" x="6977063" y="2638425"/>
          <p14:tracePt t="65983" x="6996113" y="2632075"/>
          <p14:tracePt t="65990" x="7002463" y="2632075"/>
          <p14:tracePt t="65997" x="7015163" y="2632075"/>
          <p14:tracePt t="66005" x="7021513" y="2632075"/>
          <p14:tracePt t="66012" x="7027863" y="2632075"/>
          <p14:tracePt t="66017" x="7034213" y="2632075"/>
          <p14:tracePt t="66026" x="7040563" y="2632075"/>
          <p14:tracePt t="66034" x="7046913" y="2632075"/>
          <p14:tracePt t="66039" x="7053263" y="2632075"/>
          <p14:tracePt t="66053" x="7059613" y="2632075"/>
          <p14:tracePt t="66060" x="7065963" y="2632075"/>
          <p14:tracePt t="66074" x="7072313" y="2632075"/>
          <p14:tracePt t="66081" x="7078663" y="2632075"/>
          <p14:tracePt t="66088" x="7085013" y="2632075"/>
          <p14:tracePt t="66102" x="7092950" y="2625725"/>
          <p14:tracePt t="66109" x="7099300" y="2625725"/>
          <p14:tracePt t="66117" x="7105650" y="2625725"/>
          <p14:tracePt t="66129" x="7112000" y="2625725"/>
          <p14:tracePt t="66137" x="7118350" y="2625725"/>
          <p14:tracePt t="66144" x="7124700" y="2625725"/>
          <p14:tracePt t="66158" x="7131050" y="2625725"/>
          <p14:tracePt t="66165" x="7137400" y="2625725"/>
          <p14:tracePt t="66171" x="7143750" y="2625725"/>
          <p14:tracePt t="66186" x="7150100" y="2625725"/>
          <p14:tracePt t="66192" x="7156450" y="2625725"/>
          <p14:tracePt t="66206" x="7162800" y="2625725"/>
          <p14:tracePt t="66213" x="7169150" y="2625725"/>
          <p14:tracePt t="66220" x="7181850" y="2625725"/>
          <p14:tracePt t="66227" x="7188200" y="2625725"/>
          <p14:tracePt t="66242" x="7200900" y="2632075"/>
          <p14:tracePt t="66249" x="7207250" y="2632075"/>
          <p14:tracePt t="66255" x="7213600" y="2632075"/>
          <p14:tracePt t="66261" x="7219950" y="2632075"/>
          <p14:tracePt t="66268" x="7226300" y="2638425"/>
          <p14:tracePt t="66276" x="7232650" y="2638425"/>
          <p14:tracePt t="66283" x="7239000" y="2638425"/>
          <p14:tracePt t="66298" x="7251700" y="2638425"/>
          <p14:tracePt t="66304" x="7251700" y="2644775"/>
          <p14:tracePt t="66310" x="7258050" y="2644775"/>
          <p14:tracePt t="66317" x="7258050" y="2651125"/>
          <p14:tracePt t="66325" x="7264400" y="2651125"/>
          <p14:tracePt t="66331" x="7270750" y="2651125"/>
          <p14:tracePt t="66354" x="7277100" y="2651125"/>
          <p14:tracePt t="66360" x="7277100" y="2657475"/>
          <p14:tracePt t="66367" x="7283450" y="2657475"/>
          <p14:tracePt t="66381" x="7289800" y="2657475"/>
          <p14:tracePt t="66395" x="7289800" y="2663825"/>
          <p14:tracePt t="66401" x="7296150" y="2663825"/>
          <p14:tracePt t="66409" x="7302500" y="2663825"/>
          <p14:tracePt t="66445" x="7308850" y="2663825"/>
          <p14:tracePt t="66474" x="7315200" y="2663825"/>
          <p14:tracePt t="66480" x="7315200" y="2670175"/>
          <p14:tracePt t="66529" x="7315200" y="2676525"/>
          <p14:tracePt t="66630" x="7315200" y="2682875"/>
          <p14:tracePt t="66661" x="7321550" y="2682875"/>
          <p14:tracePt t="66675" x="7321550" y="2689225"/>
          <p14:tracePt t="66710" x="7321550" y="2695575"/>
          <p14:tracePt t="66730" x="7321550" y="2701925"/>
          <p14:tracePt t="66766" x="7321550" y="2708275"/>
          <p14:tracePt t="66786" x="7327900" y="2708275"/>
          <p14:tracePt t="66799" x="7327900" y="2714625"/>
          <p14:tracePt t="66828" x="7327900" y="2720975"/>
          <p14:tracePt t="66834" x="7327900" y="2727325"/>
          <p14:tracePt t="66849" x="7334250" y="2733675"/>
          <p14:tracePt t="66862" x="7334250" y="2740025"/>
          <p14:tracePt t="66883" x="7334250" y="2746375"/>
          <p14:tracePt t="66898" x="7334250" y="2752725"/>
          <p14:tracePt t="66911" x="7334250" y="2759075"/>
          <p14:tracePt t="66933" x="7334250" y="2765425"/>
          <p14:tracePt t="66946" x="7340600" y="2765425"/>
          <p14:tracePt t="66952" x="7340600" y="2771775"/>
          <p14:tracePt t="66967" x="7340600" y="2778125"/>
          <p14:tracePt t="66974" x="7340600" y="2784475"/>
          <p14:tracePt t="66988" x="7346950" y="2784475"/>
          <p14:tracePt t="67002" x="7346950" y="2792413"/>
          <p14:tracePt t="67030" x="7346950" y="2798763"/>
          <p14:tracePt t="67088" x="7353300" y="2798763"/>
          <p14:tracePt t="67150" x="7353300" y="2792413"/>
          <p14:tracePt t="67185" x="7353300" y="2784475"/>
          <p14:tracePt t="67198" x="7353300" y="2778125"/>
          <p14:tracePt t="67842" x="7359650" y="2771775"/>
          <p14:tracePt t="67854" x="7366000" y="2771775"/>
          <p14:tracePt t="67867" x="7372350" y="2771775"/>
          <p14:tracePt t="67875" x="7378700" y="2765425"/>
          <p14:tracePt t="67889" x="7385050" y="2765425"/>
          <p14:tracePt t="67902" x="7385050" y="2759075"/>
          <p14:tracePt t="67909" x="7391400" y="2759075"/>
          <p14:tracePt t="67923" x="7397750" y="2759075"/>
          <p14:tracePt t="67930" x="7404100" y="2752725"/>
          <p14:tracePt t="67952" x="7410450" y="2752725"/>
          <p14:tracePt t="67964" x="7416800" y="2752725"/>
          <p14:tracePt t="67972" x="7416800" y="2746375"/>
          <p14:tracePt t="67978" x="7423150" y="2746375"/>
          <p14:tracePt t="67992" x="7429500" y="2746375"/>
          <p14:tracePt t="68022" x="7435850" y="2746375"/>
          <p14:tracePt t="68045" x="7435850" y="2740025"/>
          <p14:tracePt t="68057" x="7442200" y="2740025"/>
          <p14:tracePt t="68091" x="7448550" y="2740025"/>
          <p14:tracePt t="68104" x="7454900" y="2740025"/>
          <p14:tracePt t="68140" x="7461250" y="2733675"/>
          <p14:tracePt t="68170" x="7467600" y="2733675"/>
          <p14:tracePt t="68269" x="7467600" y="2740025"/>
          <p14:tracePt t="68273" x="7461250" y="2752725"/>
          <p14:tracePt t="68279" x="7346950" y="2836863"/>
          <p14:tracePt t="68285" x="6831013" y="3179763"/>
          <p14:tracePt t="68292" x="6340475" y="3492500"/>
          <p14:tracePt t="68299" x="5926138" y="3741738"/>
          <p14:tracePt t="68308" x="5537200" y="3925888"/>
          <p14:tracePt t="68313" x="5205413" y="4065588"/>
          <p14:tracePt t="68321" x="4843463" y="4200525"/>
          <p14:tracePt t="68327" x="4473575" y="4340225"/>
          <p14:tracePt t="68334" x="4040188" y="4479925"/>
          <p14:tracePt t="68341" x="3632200" y="4583113"/>
          <p14:tracePt t="68348" x="3192463" y="4652963"/>
          <p14:tracePt t="68355" x="2784475" y="4691063"/>
          <p14:tracePt t="68362" x="2408238" y="4703763"/>
          <p14:tracePt t="68369" x="2141538" y="4722813"/>
          <p14:tracePt t="68376" x="1974850" y="4741863"/>
          <p14:tracePt t="68383" x="1835150" y="4754563"/>
          <p14:tracePt t="68390" x="1727200" y="4760913"/>
          <p14:tracePt t="68397" x="1657350" y="4767263"/>
          <p14:tracePt t="68404" x="1612900" y="4767263"/>
          <p14:tracePt t="68411" x="1598613" y="4767263"/>
          <p14:tracePt t="68418" x="1592263" y="4767263"/>
          <p14:tracePt t="68432" x="1592263" y="4760913"/>
          <p14:tracePt t="68439" x="1592263" y="4741863"/>
          <p14:tracePt t="68446" x="1598613" y="4703763"/>
          <p14:tracePt t="68818" x="1579563" y="4640263"/>
          <p14:tracePt t="68823" x="1541463" y="4570413"/>
          <p14:tracePt t="68830" x="1509713" y="4492625"/>
          <p14:tracePt t="68837" x="1471613" y="4422775"/>
          <p14:tracePt t="68843" x="1452563" y="4352925"/>
          <p14:tracePt t="68851" x="1427163" y="4264025"/>
          <p14:tracePt t="68858" x="1408113" y="4194175"/>
          <p14:tracePt t="68864" x="1401763" y="4143375"/>
          <p14:tracePt t="68872" x="1389063" y="4111625"/>
          <p14:tracePt t="68878" x="1382713" y="4079875"/>
          <p14:tracePt t="68886" x="1382713" y="4052888"/>
          <p14:tracePt t="68893" x="1376363" y="4027488"/>
          <p14:tracePt t="68900" x="1376363" y="4008438"/>
          <p14:tracePt t="68907" x="1376363" y="3983038"/>
          <p14:tracePt t="68913" x="1370013" y="3944938"/>
          <p14:tracePt t="68920" x="1370013" y="3894138"/>
          <p14:tracePt t="68928" x="1363663" y="3830638"/>
          <p14:tracePt t="68935" x="1363663" y="3767138"/>
          <p14:tracePt t="68941" x="1363663" y="3709988"/>
          <p14:tracePt t="68948" x="1363663" y="3652838"/>
          <p14:tracePt t="68955" x="1363663" y="3619500"/>
          <p14:tracePt t="68963" x="1363663" y="3575050"/>
          <p14:tracePt t="68971" x="1363663" y="3530600"/>
          <p14:tracePt t="68977" x="1370013" y="3498850"/>
          <p14:tracePt t="68985" x="1370013" y="3454400"/>
          <p14:tracePt t="68991" x="1370013" y="3422650"/>
          <p14:tracePt t="68997" x="1370013" y="3397250"/>
          <p14:tracePt t="69004" x="1370013" y="3365500"/>
          <p14:tracePt t="69011" x="1370013" y="3346450"/>
          <p14:tracePt t="69019" x="1370013" y="3327400"/>
          <p14:tracePt t="69025" x="1370013" y="3308350"/>
          <p14:tracePt t="69033" x="1370013" y="3282950"/>
          <p14:tracePt t="69040" x="1376363" y="3251200"/>
          <p14:tracePt t="69046" x="1382713" y="3198813"/>
          <p14:tracePt t="69053" x="1389063" y="3148013"/>
          <p14:tracePt t="69060" x="1395413" y="3090863"/>
          <p14:tracePt t="69068" x="1395413" y="3059113"/>
          <p14:tracePt t="69074" x="1401763" y="3027363"/>
          <p14:tracePt t="69082" x="1408113" y="3014663"/>
          <p14:tracePt t="69088" x="1414463" y="2995613"/>
          <p14:tracePt t="69095" x="1414463" y="2982913"/>
          <p14:tracePt t="69102" x="1414463" y="2976563"/>
          <p14:tracePt t="69109" x="1420813" y="2963863"/>
          <p14:tracePt t="69115" x="1420813" y="2957513"/>
          <p14:tracePt t="69123" x="1420813" y="2951163"/>
          <p14:tracePt t="69130" x="1420813" y="2944813"/>
          <p14:tracePt t="69137" x="1427163" y="2944813"/>
          <p14:tracePt t="69144" x="1427163" y="2938463"/>
          <p14:tracePt t="69151" x="1427163" y="2932113"/>
          <p14:tracePt t="69165" x="1427163" y="2925763"/>
          <p14:tracePt t="69172" x="1433513" y="2925763"/>
          <p14:tracePt t="69186" x="1433513" y="2919413"/>
          <p14:tracePt t="69216" x="1433513" y="2913063"/>
          <p14:tracePt t="69313" x="1433513" y="2919413"/>
          <p14:tracePt t="69349" x="1433513" y="2925763"/>
          <p14:tracePt t="69412" x="1433513" y="2932113"/>
          <p14:tracePt t="69432" x="1433513" y="2938463"/>
          <p14:tracePt t="69508" x="1433513" y="2944813"/>
          <p14:tracePt t="69521" x="1427163" y="2944813"/>
          <p14:tracePt t="69550" x="1420813" y="2944813"/>
          <p14:tracePt t="69586" x="1414463" y="2951163"/>
          <p14:tracePt t="69605" x="1408113" y="2951163"/>
          <p14:tracePt t="69629" x="1408113" y="2957513"/>
          <p14:tracePt t="69634" x="1401763" y="2957513"/>
          <p14:tracePt t="69639" x="1401763" y="2963863"/>
          <p14:tracePt t="69653" x="1395413" y="2963863"/>
          <p14:tracePt t="69660" x="1395413" y="2970213"/>
          <p14:tracePt t="69674" x="1382713" y="2976563"/>
          <p14:tracePt t="69681" x="1382713" y="2982913"/>
          <p14:tracePt t="69688" x="1376363" y="2989263"/>
          <p14:tracePt t="69695" x="1370013" y="3001963"/>
          <p14:tracePt t="69702" x="1363663" y="3008313"/>
          <p14:tracePt t="69710" x="1357313" y="3021013"/>
          <p14:tracePt t="69716" x="1357313" y="3027363"/>
          <p14:tracePt t="69723" x="1344613" y="3033713"/>
          <p14:tracePt t="69730" x="1344613" y="3046413"/>
          <p14:tracePt t="69737" x="1338263" y="3052763"/>
          <p14:tracePt t="69744" x="1331913" y="3059113"/>
          <p14:tracePt t="69750" x="1331913" y="3071813"/>
          <p14:tracePt t="69757" x="1325563" y="3084513"/>
          <p14:tracePt t="69764" x="1325563" y="3097213"/>
          <p14:tracePt t="69772" x="1319213" y="3109913"/>
          <p14:tracePt t="69779" x="1312863" y="3128963"/>
          <p14:tracePt t="69786" x="1312863" y="3141663"/>
          <p14:tracePt t="69792" x="1306513" y="3154363"/>
          <p14:tracePt t="69800" x="1306513" y="3167063"/>
          <p14:tracePt t="69806" x="1300163" y="3179763"/>
          <p14:tracePt t="69813" x="1293813" y="3192463"/>
          <p14:tracePt t="69820" x="1293813" y="3211513"/>
          <p14:tracePt t="69827" x="1293813" y="3225800"/>
          <p14:tracePt t="69835" x="1293813" y="3238500"/>
          <p14:tracePt t="69841" x="1293813" y="3251200"/>
          <p14:tracePt t="69848" x="1293813" y="3263900"/>
          <p14:tracePt t="69855" x="1293813" y="3276600"/>
          <p14:tracePt t="69862" x="1293813" y="3289300"/>
          <p14:tracePt t="69869" x="1293813" y="3295650"/>
          <p14:tracePt t="69877" x="1293813" y="3302000"/>
          <p14:tracePt t="69883" x="1300163" y="3314700"/>
          <p14:tracePt t="69890" x="1300163" y="3327400"/>
          <p14:tracePt t="69897" x="1300163" y="3333750"/>
          <p14:tracePt t="69904" x="1312863" y="3340100"/>
          <p14:tracePt t="69911" x="1312863" y="3346450"/>
          <p14:tracePt t="69918" x="1319213" y="3352800"/>
          <p14:tracePt t="69925" x="1325563" y="3365500"/>
          <p14:tracePt t="69932" x="1338263" y="3365500"/>
          <p14:tracePt t="69939" x="1344613" y="3378200"/>
          <p14:tracePt t="69946" x="1357313" y="3384550"/>
          <p14:tracePt t="69953" x="1363663" y="3397250"/>
          <p14:tracePt t="69960" x="1376363" y="3403600"/>
          <p14:tracePt t="69967" x="1389063" y="3409950"/>
          <p14:tracePt t="69974" x="1408113" y="3422650"/>
          <p14:tracePt t="69981" x="1427163" y="3435350"/>
          <p14:tracePt t="69988" x="1452563" y="3448050"/>
          <p14:tracePt t="69994" x="1471613" y="3454400"/>
          <p14:tracePt t="70001" x="1490663" y="3467100"/>
          <p14:tracePt t="70009" x="1522413" y="3479800"/>
          <p14:tracePt t="70016" x="1541463" y="3486150"/>
          <p14:tracePt t="70023" x="1573213" y="3498850"/>
          <p14:tracePt t="70030" x="1592263" y="3511550"/>
          <p14:tracePt t="70037" x="1631950" y="3530600"/>
          <p14:tracePt t="70044" x="1663700" y="3543300"/>
          <p14:tracePt t="70051" x="1695450" y="3556000"/>
          <p14:tracePt t="70057" x="1720850" y="3556000"/>
          <p14:tracePt t="70064" x="1746250" y="3568700"/>
          <p14:tracePt t="70072" x="1758950" y="3575050"/>
          <p14:tracePt t="70079" x="1771650" y="3575050"/>
          <p14:tracePt t="70086" x="1778000" y="3575050"/>
          <p14:tracePt t="70093" x="1790700" y="3575050"/>
          <p14:tracePt t="70100" x="1809750" y="3575050"/>
          <p14:tracePt t="70107" x="1816100" y="3575050"/>
          <p14:tracePt t="70113" x="1828800" y="3575050"/>
          <p14:tracePt t="70120" x="1841500" y="3575050"/>
          <p14:tracePt t="70128" x="1860550" y="3575050"/>
          <p14:tracePt t="70135" x="1873250" y="3575050"/>
          <p14:tracePt t="70141" x="1898650" y="3568700"/>
          <p14:tracePt t="70148" x="1917700" y="3562350"/>
          <p14:tracePt t="70156" x="1930400" y="3562350"/>
          <p14:tracePt t="70162" x="1936750" y="3556000"/>
          <p14:tracePt t="70170" x="1949450" y="3549650"/>
          <p14:tracePt t="70178" x="1962150" y="3543300"/>
          <p14:tracePt t="70183" x="1968500" y="3543300"/>
          <p14:tracePt t="70190" x="1974850" y="3543300"/>
          <p14:tracePt t="70197" x="1981200" y="3536950"/>
          <p14:tracePt t="70206" x="1987550" y="3536950"/>
          <p14:tracePt t="70211" x="1993900" y="3530600"/>
          <p14:tracePt t="70219" x="1993900" y="3524250"/>
          <p14:tracePt t="70227" x="2006600" y="3517900"/>
          <p14:tracePt t="70233" x="2012950" y="3511550"/>
          <p14:tracePt t="70239" x="2019300" y="3505200"/>
          <p14:tracePt t="70247" x="2019300" y="3498850"/>
          <p14:tracePt t="70254" x="2032000" y="3492500"/>
          <p14:tracePt t="70260" x="2038350" y="3486150"/>
          <p14:tracePt t="70267" x="2051050" y="3473450"/>
          <p14:tracePt t="70275" x="2058988" y="3454400"/>
          <p14:tracePt t="70282" x="2071688" y="3435350"/>
          <p14:tracePt t="70288" x="2078038" y="3416300"/>
          <p14:tracePt t="70296" x="2084388" y="3403600"/>
          <p14:tracePt t="70302" x="2090738" y="3390900"/>
          <p14:tracePt t="70309" x="2090738" y="3378200"/>
          <p14:tracePt t="70316" x="2090738" y="3371850"/>
          <p14:tracePt t="70323" x="2097088" y="3365500"/>
          <p14:tracePt t="70338" x="2103438" y="3359150"/>
          <p14:tracePt t="70351" x="2103438" y="3352800"/>
          <p14:tracePt t="70358" x="2103438" y="3346450"/>
          <p14:tracePt t="70372" x="2103438" y="3340100"/>
          <p14:tracePt t="70387" x="2097088" y="3327400"/>
          <p14:tracePt t="70393" x="2097088" y="3308350"/>
          <p14:tracePt t="70400" x="2090738" y="3289300"/>
          <p14:tracePt t="70406" x="2084388" y="3270250"/>
          <p14:tracePt t="70413" x="2078038" y="3257550"/>
          <p14:tracePt t="70421" x="2078038" y="3251200"/>
          <p14:tracePt t="70428" x="2071688" y="3238500"/>
          <p14:tracePt t="70442" x="2071688" y="3232150"/>
          <p14:tracePt t="70456" x="2065338" y="3225800"/>
          <p14:tracePt t="70470" x="2058988" y="3225800"/>
          <p14:tracePt t="70477" x="2058988" y="3219450"/>
          <p14:tracePt t="70491" x="2058988" y="3211513"/>
          <p14:tracePt t="71594" x="2051050" y="3205163"/>
          <p14:tracePt t="71600" x="2051050" y="3198813"/>
          <p14:tracePt t="71607" x="2044700" y="3186113"/>
          <p14:tracePt t="71614" x="2032000" y="3160713"/>
          <p14:tracePt t="71621" x="2012950" y="3135313"/>
          <p14:tracePt t="71628" x="2006600" y="3103563"/>
          <p14:tracePt t="71635" x="1987550" y="3084513"/>
          <p14:tracePt t="71642" x="1981200" y="3071813"/>
          <p14:tracePt t="71649" x="1974850" y="3059113"/>
          <p14:tracePt t="71657" x="1968500" y="3059113"/>
          <p14:tracePt t="71662" x="1968500" y="3046413"/>
          <p14:tracePt t="71669" x="1962150" y="3046413"/>
          <p14:tracePt t="71677" x="1955800" y="3040063"/>
          <p14:tracePt t="71691" x="1949450" y="3040063"/>
          <p14:tracePt t="71698" x="1949450" y="3033713"/>
          <p14:tracePt t="71726" x="1943100" y="3027363"/>
          <p14:tracePt t="71747" x="1943100" y="3021013"/>
          <p14:tracePt t="71761" x="1936750" y="3021013"/>
          <p14:tracePt t="71767" x="1930400" y="3021013"/>
          <p14:tracePt t="71781" x="1930400" y="3014663"/>
          <p14:tracePt t="71788" x="1924050" y="3014663"/>
          <p14:tracePt t="71802" x="1917700" y="3014663"/>
          <p14:tracePt t="71817" x="1911350" y="3014663"/>
          <p14:tracePt t="71830" x="1898650" y="3014663"/>
          <p14:tracePt t="71837" x="1892300" y="3014663"/>
          <p14:tracePt t="71844" x="1885950" y="3014663"/>
          <p14:tracePt t="71851" x="1873250" y="3014663"/>
          <p14:tracePt t="71858" x="1860550" y="3014663"/>
          <p14:tracePt t="71865" x="1847850" y="3008313"/>
          <p14:tracePt t="71872" x="1835150" y="3008313"/>
          <p14:tracePt t="71878" x="1828800" y="3008313"/>
          <p14:tracePt t="71886" x="1809750" y="3001963"/>
          <p14:tracePt t="71892" x="1803400" y="3001963"/>
          <p14:tracePt t="71899" x="1790700" y="3001963"/>
          <p14:tracePt t="71906" x="1784350" y="2995613"/>
          <p14:tracePt t="71913" x="1771650" y="2995613"/>
          <p14:tracePt t="71921" x="1758950" y="2995613"/>
          <p14:tracePt t="71927" x="1746250" y="2995613"/>
          <p14:tracePt t="71934" x="1739900" y="2995613"/>
          <p14:tracePt t="71942" x="1733550" y="2995613"/>
          <p14:tracePt t="71948" x="1727200" y="2995613"/>
          <p14:tracePt t="71955" x="1720850" y="2995613"/>
          <p14:tracePt t="71963" x="1714500" y="2995613"/>
          <p14:tracePt t="71970" x="1708150" y="2995613"/>
          <p14:tracePt t="71976" x="1701800" y="2995613"/>
          <p14:tracePt t="71984" x="1689100" y="2995613"/>
          <p14:tracePt t="71997" x="1682750" y="2995613"/>
          <p14:tracePt t="72005" x="1670050" y="2995613"/>
          <p14:tracePt t="72018" x="1663700" y="2995613"/>
          <p14:tracePt t="72033" x="1651000" y="2995613"/>
          <p14:tracePt t="72054" x="1644650" y="2995613"/>
          <p14:tracePt t="72061" x="1638300" y="2995613"/>
          <p14:tracePt t="72068" x="1631950" y="2995613"/>
          <p14:tracePt t="72089" x="1625600" y="2995613"/>
          <p14:tracePt t="72103" x="1612900" y="2995613"/>
          <p14:tracePt t="72117" x="1606550" y="3001963"/>
          <p14:tracePt t="72130" x="1598613" y="3008313"/>
          <p14:tracePt t="72137" x="1592263" y="3008313"/>
          <p14:tracePt t="72144" x="1585913" y="3008313"/>
          <p14:tracePt t="72151" x="1579563" y="3021013"/>
          <p14:tracePt t="72158" x="1573213" y="3021013"/>
          <p14:tracePt t="72165" x="1560513" y="3033713"/>
          <p14:tracePt t="72172" x="1535113" y="3046413"/>
          <p14:tracePt t="72179" x="1522413" y="3071813"/>
          <p14:tracePt t="72186" x="1503363" y="3084513"/>
          <p14:tracePt t="72193" x="1497013" y="3097213"/>
          <p14:tracePt t="72199" x="1484313" y="3116263"/>
          <p14:tracePt t="72207" x="1477963" y="3135313"/>
          <p14:tracePt t="72214" x="1465263" y="3154363"/>
          <p14:tracePt t="72221" x="1458913" y="3167063"/>
          <p14:tracePt t="72227" x="1452563" y="3179763"/>
          <p14:tracePt t="72234" x="1446213" y="3198813"/>
          <p14:tracePt t="72241" x="1439863" y="3219450"/>
          <p14:tracePt t="72248" x="1439863" y="3238500"/>
          <p14:tracePt t="72255" x="1433513" y="3251200"/>
          <p14:tracePt t="72262" x="1427163" y="3263900"/>
          <p14:tracePt t="72269" x="1420813" y="3270250"/>
          <p14:tracePt t="72276" x="1420813" y="3282950"/>
          <p14:tracePt t="72283" x="1420813" y="3295650"/>
          <p14:tracePt t="72290" x="1420813" y="3302000"/>
          <p14:tracePt t="72297" x="1420813" y="3314700"/>
          <p14:tracePt t="72304" x="1420813" y="3327400"/>
          <p14:tracePt t="72311" x="1420813" y="3346450"/>
          <p14:tracePt t="72318" x="1420813" y="3359150"/>
          <p14:tracePt t="72325" x="1420813" y="3371850"/>
          <p14:tracePt t="72332" x="1420813" y="3384550"/>
          <p14:tracePt t="72339" x="1420813" y="3397250"/>
          <p14:tracePt t="72346" x="1420813" y="3403600"/>
          <p14:tracePt t="72353" x="1420813" y="3416300"/>
          <p14:tracePt t="72360" x="1420813" y="3422650"/>
          <p14:tracePt t="72367" x="1427163" y="3429000"/>
          <p14:tracePt t="72374" x="1433513" y="3441700"/>
          <p14:tracePt t="72381" x="1433513" y="3448050"/>
          <p14:tracePt t="72388" x="1439863" y="3460750"/>
          <p14:tracePt t="72395" x="1446213" y="3460750"/>
          <p14:tracePt t="72402" x="1446213" y="3467100"/>
          <p14:tracePt t="72409" x="1452563" y="3473450"/>
          <p14:tracePt t="72416" x="1458913" y="3479800"/>
          <p14:tracePt t="72423" x="1465263" y="3486150"/>
          <p14:tracePt t="72430" x="1465263" y="3492500"/>
          <p14:tracePt t="72437" x="1477963" y="3492500"/>
          <p14:tracePt t="72444" x="1477963" y="3498850"/>
          <p14:tracePt t="72451" x="1484313" y="3498850"/>
          <p14:tracePt t="72465" x="1497013" y="3505200"/>
          <p14:tracePt t="72480" x="1503363" y="3505200"/>
          <p14:tracePt t="72487" x="1509713" y="3505200"/>
          <p14:tracePt t="72493" x="1516063" y="3511550"/>
          <p14:tracePt t="72500" x="1528763" y="3511550"/>
          <p14:tracePt t="72507" x="1547813" y="3511550"/>
          <p14:tracePt t="72514" x="1566863" y="3517900"/>
          <p14:tracePt t="72521" x="1585913" y="3517900"/>
          <p14:tracePt t="72528" x="1606550" y="3517900"/>
          <p14:tracePt t="72535" x="1631950" y="3517900"/>
          <p14:tracePt t="72544" x="1644650" y="3517900"/>
          <p14:tracePt t="72549" x="1657350" y="3517900"/>
          <p14:tracePt t="72555" x="1676400" y="3517900"/>
          <p14:tracePt t="72563" x="1689100" y="3517900"/>
          <p14:tracePt t="72574" x="1701800" y="3511550"/>
          <p14:tracePt t="72581" x="1708150" y="3511550"/>
          <p14:tracePt t="72584" x="1720850" y="3511550"/>
          <p14:tracePt t="72593" x="1727200" y="3511550"/>
          <p14:tracePt t="72598" x="1733550" y="3505200"/>
          <p14:tracePt t="72611" x="1739900" y="3505200"/>
          <p14:tracePt t="72619" x="1746250" y="3505200"/>
          <p14:tracePt t="72633" x="1752600" y="3498850"/>
          <p14:tracePt t="72647" x="1758950" y="3492500"/>
          <p14:tracePt t="72675" x="1765300" y="3492500"/>
          <p14:tracePt t="72682" x="1765300" y="3486150"/>
          <p14:tracePt t="72689" x="1771650" y="3486150"/>
          <p14:tracePt t="72731" x="1771650" y="3479800"/>
          <p14:tracePt t="72795" x="1771650" y="3473450"/>
          <p14:tracePt t="72809" x="1771650" y="3467100"/>
          <p14:tracePt t="72852" x="1778000" y="3467100"/>
          <p14:tracePt t="72857" x="1778000" y="3460750"/>
          <p14:tracePt t="72928" x="1778000" y="3454400"/>
          <p14:tracePt t="72962" x="1784350" y="3454400"/>
          <p14:tracePt t="72968" x="1784350" y="3448050"/>
          <p14:tracePt t="72981" x="1784350" y="3441700"/>
          <p14:tracePt t="72996" x="1790700" y="3441700"/>
          <p14:tracePt t="73019" x="1790700" y="3435350"/>
          <p14:tracePt t="73031" x="1797050" y="3435350"/>
          <p14:tracePt t="73037" x="1797050" y="3429000"/>
          <p14:tracePt t="73044" x="1803400" y="3429000"/>
          <p14:tracePt t="73058" x="1809750" y="3422650"/>
          <p14:tracePt t="73065" x="1809750" y="3416300"/>
          <p14:tracePt t="73079" x="1816100" y="3409950"/>
          <p14:tracePt t="73094" x="1822450" y="3409950"/>
          <p14:tracePt t="73100" x="1822450" y="3403600"/>
          <p14:tracePt t="73106" x="1828800" y="3403600"/>
          <p14:tracePt t="73114" x="1828800" y="3397250"/>
          <p14:tracePt t="73121" x="1828800" y="3390900"/>
          <p14:tracePt t="73142" x="1835150" y="3390900"/>
          <p14:tracePt t="73149" x="1835150" y="3384550"/>
          <p14:tracePt t="73177" x="1841500" y="3384550"/>
          <p14:tracePt t="73185" x="1841500" y="3378200"/>
          <p14:tracePt t="73213" x="1841500" y="3371850"/>
          <p14:tracePt t="73218" x="1841500" y="3365500"/>
          <p14:tracePt t="73233" x="1847850" y="3359150"/>
          <p14:tracePt t="73254" x="1847850" y="3352800"/>
          <p14:tracePt t="73260" x="1854200" y="3352800"/>
          <p14:tracePt t="73274" x="1854200" y="3346450"/>
          <p14:tracePt t="73289" x="1854200" y="3340100"/>
          <p14:tracePt t="73295" x="1860550" y="3333750"/>
          <p14:tracePt t="73310" x="1860550" y="3327400"/>
          <p14:tracePt t="73316" x="1860550" y="3321050"/>
          <p14:tracePt t="73323" x="1860550" y="3314700"/>
          <p14:tracePt t="73330" x="1866900" y="3308350"/>
          <p14:tracePt t="73337" x="1866900" y="3302000"/>
          <p14:tracePt t="73344" x="1873250" y="3295650"/>
          <p14:tracePt t="73351" x="1873250" y="3276600"/>
          <p14:tracePt t="73358" x="1873250" y="3270250"/>
          <p14:tracePt t="73365" x="1873250" y="3263900"/>
          <p14:tracePt t="73372" x="1873250" y="3257550"/>
          <p14:tracePt t="73378" x="1879600" y="3244850"/>
          <p14:tracePt t="73385" x="1879600" y="3238500"/>
          <p14:tracePt t="73393" x="1885950" y="3232150"/>
          <p14:tracePt t="73399" x="1885950" y="3219450"/>
          <p14:tracePt t="73406" x="1885950" y="3205163"/>
          <p14:tracePt t="73413" x="1885950" y="3192463"/>
          <p14:tracePt t="73421" x="1885950" y="3179763"/>
          <p14:tracePt t="73428" x="1892300" y="3167063"/>
          <p14:tracePt t="73435" x="1892300" y="3154363"/>
          <p14:tracePt t="73441" x="1898650" y="3141663"/>
          <p14:tracePt t="73448" x="1898650" y="3135313"/>
          <p14:tracePt t="73455" x="1898650" y="3128963"/>
          <p14:tracePt t="73463" x="1898650" y="3116263"/>
          <p14:tracePt t="73478" x="1905000" y="3103563"/>
          <p14:tracePt t="73490" x="1911350" y="3097213"/>
          <p14:tracePt t="73498" x="1911350" y="3090863"/>
          <p14:tracePt t="73512" x="1917700" y="3084513"/>
          <p14:tracePt t="73520" x="1917700" y="3078163"/>
          <p14:tracePt t="139957" x="1905000" y="3103563"/>
          <p14:tracePt t="139962" x="1879600" y="3128963"/>
          <p14:tracePt t="139969" x="1854200" y="3148013"/>
          <p14:tracePt t="139976" x="1841500" y="3167063"/>
          <p14:tracePt t="139983" x="1828800" y="3179763"/>
          <p14:tracePt t="139989" x="1803400" y="3192463"/>
          <p14:tracePt t="139997" x="1790700" y="3205163"/>
          <p14:tracePt t="140004" x="1765300" y="3219450"/>
          <p14:tracePt t="140010" x="1733550" y="3232150"/>
          <p14:tracePt t="140017" x="1701800" y="3238500"/>
          <p14:tracePt t="140025" x="1663700" y="3244850"/>
          <p14:tracePt t="140032" x="1625600" y="3251200"/>
          <p14:tracePt t="140039" x="1579563" y="3257550"/>
          <p14:tracePt t="140046" x="1547813" y="3263900"/>
          <p14:tracePt t="140053" x="1503363" y="3263900"/>
          <p14:tracePt t="140059" x="1452563" y="3263900"/>
          <p14:tracePt t="140066" x="1382713" y="3257550"/>
          <p14:tracePt t="140074" x="1306513" y="3244850"/>
          <p14:tracePt t="140080" x="1236663" y="3232150"/>
          <p14:tracePt t="140088" x="1166813" y="3219450"/>
          <p14:tracePt t="140094" x="1095375" y="3186113"/>
          <p14:tracePt t="140102" x="1025525" y="3148013"/>
          <p14:tracePt t="140109" x="930275" y="3090863"/>
          <p14:tracePt t="140115" x="809625" y="3008313"/>
          <p14:tracePt t="140122" x="688975" y="2919413"/>
          <p14:tracePt t="140130" x="592138" y="2836863"/>
          <p14:tracePt t="140137" x="515938" y="2771775"/>
          <p14:tracePt t="140145" x="458788" y="2708275"/>
          <p14:tracePt t="140151" x="401638" y="2638425"/>
          <p14:tracePt t="140157" x="350838" y="2562225"/>
          <p14:tracePt t="140164" x="306388" y="2492375"/>
          <p14:tracePt t="140172" x="255588" y="2435225"/>
          <p14:tracePt t="140178" x="222250" y="2390775"/>
          <p14:tracePt t="140186" x="196850" y="2351088"/>
          <p14:tracePt t="140193" x="171450" y="2306638"/>
          <p14:tracePt t="140199" x="152400" y="2249488"/>
          <p14:tracePt t="140207" x="127000" y="2192338"/>
          <p14:tracePt t="140214" x="95250" y="2103438"/>
          <p14:tracePt t="140220" x="63500" y="2020888"/>
          <p14:tracePt t="140228" x="25400" y="19177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SELECTION &amp; CROSS-VALIDATION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029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804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Results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12070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36208" y="1252728"/>
            <a:ext cx="2743200" cy="201168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36208" y="1252728"/>
            <a:ext cx="2736616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06840" y="12070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577840" y="16276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36208" y="1673352"/>
            <a:ext cx="2743200" cy="201168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6208" y="1673352"/>
            <a:ext cx="2737714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06840" y="16276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77840" y="2048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36208" y="2093976"/>
            <a:ext cx="2743200" cy="201168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36208" y="2093976"/>
            <a:ext cx="2733324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6840" y="2048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57784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36208" y="2514600"/>
            <a:ext cx="2743200" cy="201168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36208" y="2514600"/>
            <a:ext cx="2732227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0684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577840" y="28895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36208" y="2935224"/>
            <a:ext cx="2743200" cy="201168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36208" y="2935224"/>
            <a:ext cx="2727838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06840" y="28895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0.9944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77840" y="3337560"/>
            <a:ext cx="32918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Accuracy: 0.9965 (99.65%)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7432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vs CV Accuracy (K = 1 to 15)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34256"/>
          <a:ext cx="8595360" cy="685800"/>
        </p:xfrm>
        <a:graphic>
          <a:graphicData uri="http://schemas.openxmlformats.org/drawingml/2006/table">
            <a:tbl>
              <a:tblPr/>
              <a:tblGrid>
                <a:gridCol w="573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931"/>
    </mc:Choice>
    <mc:Fallback xmlns="">
      <p:transition spd="slow" advTm="9093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508760"/>
          </a:xfrm>
          <a:prstGeom prst="rect">
            <a:avLst/>
          </a:prstGeom>
          <a:solidFill>
            <a:srgbClr val="162032"/>
          </a:solidFill>
          <a:ln w="25400">
            <a:solidFill>
              <a:srgbClr val="1B6CA8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n=2480 samples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508760"/>
          </a:xfrm>
          <a:prstGeom prst="rect">
            <a:avLst/>
          </a:prstGeom>
          <a:solidFill>
            <a:srgbClr val="162032"/>
          </a:solidFill>
          <a:ln w="25400">
            <a:solidFill>
              <a:srgbClr val="1B6CA8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14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5-fold, full dataset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822960"/>
            <a:ext cx="2743200" cy="1508760"/>
          </a:xfrm>
          <a:prstGeom prst="rect">
            <a:avLst/>
          </a:prstGeom>
          <a:solidFill>
            <a:srgbClr val="162032"/>
          </a:solidFill>
          <a:ln w="25400">
            <a:solidFill>
              <a:srgbClr val="00C9B1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914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8076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CV acc: 98.17%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(Veena &amp; Meena 2022) vs Our Extension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210312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6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 Open Dataset (1000 users)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RT_IOT2022 (12,399 IoT records)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features, PCA applied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numeric + 2 categorical = 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99.40% (test) / 99.65% (CV)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Optimizable (K=3)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 via systematic sweep 1–15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cross-validation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+ OneHotEncoder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210"/>
    </mc:Choice>
    <mc:Fallback xmlns="">
      <p:transition spd="slow" advTm="26221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3840480" cy="2999232"/>
          </a:xfrm>
          <a:prstGeom prst="rect">
            <a:avLst/>
          </a:prstGeom>
          <a:solidFill>
            <a:srgbClr val="162032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04672"/>
            <a:ext cx="3840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04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133856"/>
            <a:ext cx="3621024" cy="261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with proper preprocessing achieves 99.40% accuracy on RT_IOT2022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(StandardScaler) is critical — features span very different scales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confirms stable, generalisable performance (99.65%)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= 2 outperforms the original paper's K = 3 setup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lightweight model suitable for real-time IoT edge deployment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(Wipro_bulb: 29 samples) causes lower F1 = 0.71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804672"/>
            <a:ext cx="3108960" cy="299923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804672"/>
            <a:ext cx="3108960" cy="2926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804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1133856"/>
            <a:ext cx="2871216" cy="261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to fix class imbalance for Wipro_bulb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PCA to reduce 92 features and speed up prediction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KNN with ensemble (Random Forest, XGBoost)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on IoT edge device (Raspberry Pi)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live real-time IoT network traffic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Deep Learning (LSTM, CNN) for IoT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39776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Veena &amp; Meena (2022), Hindawi WCMC  |  Dataset: RT_IOT2022  |  Tool: Python / scikit-learn / Google Colab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084"/>
    </mc:Choice>
    <mc:Fallback xmlns="">
      <p:transition spd="slow" advTm="19008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1211</Words>
  <Application>Microsoft Office PowerPoint</Application>
  <PresentationFormat>On-screen Show (16:9)</PresentationFormat>
  <Paragraphs>290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 for Cyber Crime Detection – IoT Security</dc:title>
  <dc:subject>PptxGenJS Presentation</dc:subject>
  <dc:creator>PptxGenJS</dc:creator>
  <cp:lastModifiedBy>vighnesh raikar</cp:lastModifiedBy>
  <cp:revision>3</cp:revision>
  <dcterms:created xsi:type="dcterms:W3CDTF">2026-05-02T21:07:07Z</dcterms:created>
  <dcterms:modified xsi:type="dcterms:W3CDTF">2026-05-11T18:08:54Z</dcterms:modified>
</cp:coreProperties>
</file>